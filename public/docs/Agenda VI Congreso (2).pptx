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74" r:id="rId2"/>
    <p:sldId id="2575" r:id="rId3"/>
    <p:sldId id="2577" r:id="rId4"/>
    <p:sldId id="2578" r:id="rId5"/>
    <p:sldId id="257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dexación del Congreso y Presentación de Artículos Científicos" id="{1EDB1387-8D3D-4A57-B475-91A278C10AC7}">
          <p14:sldIdLst>
            <p14:sldId id="2574"/>
            <p14:sldId id="2575"/>
            <p14:sldId id="2577"/>
            <p14:sldId id="2578"/>
            <p14:sldId id="25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36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4648" autoAdjust="0"/>
  </p:normalViewPr>
  <p:slideViewPr>
    <p:cSldViewPr snapToGrid="0">
      <p:cViewPr varScale="1">
        <p:scale>
          <a:sx n="53" d="100"/>
          <a:sy n="53" d="100"/>
        </p:scale>
        <p:origin x="18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3ACE30-C340-4262-880A-99EC4EE9EBD7}" type="datetimeFigureOut">
              <a:t>22/05/2026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5D51D3-87A6-44F9-AE0A-A29AD9F46D4C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7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MX" dirty="0"/>
          </a:p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5D51D3-87A6-44F9-AE0A-A29AD9F46D4C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363514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MX" dirty="0"/>
          </a:p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5D51D3-87A6-44F9-AE0A-A29AD9F46D4C}" type="slidenum">
              <a:rPr lang="es-MX" smtClean="0"/>
              <a:t>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169204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5D51D3-87A6-44F9-AE0A-A29AD9F46D4C}" type="slidenum">
              <a:rPr lang="es-MX" smtClean="0"/>
              <a:t>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897225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5D51D3-87A6-44F9-AE0A-A29AD9F46D4C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793984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 descr="Un círculo negro en color púrpura y naranja&#10;&#10;El contenido generado por inteligencia artificial puede ser incorrecto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"/>
              <a:t>Haga clic para editar el estilo de subtítulo del patrón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Ejemplo de Texto de pie de página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2/12/2025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8E274F5D-21DC-40EF-8DBA-AB9BB119E939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36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id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2/12/2025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8E274F5D-21DC-40EF-8DBA-AB9BB119E939}" type="slidenum">
              <a:rPr lang="en-US" smtClean="0"/>
              <a:pPr rtl="0"/>
              <a:t>‹Nº›</a:t>
            </a:fld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4087825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Un círculo negro en color púrpura y naranja&#10;&#10;El contenido generado por inteligencia artificial puede ser incorrecto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ítulo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 rtlCol="0"/>
          <a:lstStyle>
            <a:lvl1pPr>
              <a:defRPr sz="4600"/>
            </a:lvl1pPr>
          </a:lstStyle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11" name="Subtítulo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"/>
              <a:t>Haga clic para editar el estilo de subtítulo del patrón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Ejemplo de Texto de pie de página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2/12/2025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8E274F5D-21DC-40EF-8DBA-AB9BB119E939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178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 descr="Un círculo negro en color púrpura y naranja&#10;&#10;El contenido generado por inteligencia artificial puede ser incorrecto.">
            <a:extLst>
              <a:ext uri="{FF2B5EF4-FFF2-40B4-BE49-F238E27FC236}">
                <a16:creationId xmlns:a16="http://schemas.microsoft.com/office/drawing/2014/main" id="{C35E5011-9B67-D528-E120-F5ABBF8FE5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25" r="1082" b="9618"/>
          <a:stretch>
            <a:fillRect/>
          </a:stretch>
        </p:blipFill>
        <p:spPr>
          <a:xfrm>
            <a:off x="-13716" y="0"/>
            <a:ext cx="12205716" cy="6858000"/>
          </a:xfrm>
          <a:prstGeom prst="rect">
            <a:avLst/>
          </a:prstGeom>
        </p:spPr>
      </p:pic>
      <p:sp>
        <p:nvSpPr>
          <p:cNvPr id="8" name="Título 7">
            <a:extLst>
              <a:ext uri="{FF2B5EF4-FFF2-40B4-BE49-F238E27FC236}">
                <a16:creationId xmlns:a16="http://schemas.microsoft.com/office/drawing/2014/main" id="{C9965342-2954-67DF-2693-F39C0B9F8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426598"/>
            <a:ext cx="9942409" cy="671387"/>
          </a:xfrm>
        </p:spPr>
        <p:txBody>
          <a:bodyPr rtlCol="0"/>
          <a:lstStyle>
            <a:lvl1pPr>
              <a:defRPr sz="4200"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11" name="Subtítulo 2">
            <a:extLst>
              <a:ext uri="{FF2B5EF4-FFF2-40B4-BE49-F238E27FC236}">
                <a16:creationId xmlns:a16="http://schemas.microsoft.com/office/drawing/2014/main" id="{FEB4B13F-216B-09EA-9E05-12FBA70B82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3413" y="1097985"/>
            <a:ext cx="3704199" cy="1035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"/>
              <a:t>Haga clic para editar el estilo de subtítulo del patrón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8793" y="6357493"/>
            <a:ext cx="2703777" cy="338328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Ejemplo de Texto de pie de página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36185" y="6357493"/>
            <a:ext cx="2258646" cy="338328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2/12/2025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6357493"/>
            <a:ext cx="457200" cy="338328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8E274F5D-21DC-40EF-8DBA-AB9BB119E939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585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ítul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 descr="Un primer plano de un objeto multicolor&#10;&#10;El contenido generado por inteligencia artificial puede ser incorrecto.">
            <a:extLst>
              <a:ext uri="{FF2B5EF4-FFF2-40B4-BE49-F238E27FC236}">
                <a16:creationId xmlns:a16="http://schemas.microsoft.com/office/drawing/2014/main" id="{056372A1-E778-B10F-98CF-995841167A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84" t="9400" r="1623" b="307"/>
          <a:stretch>
            <a:fillRect/>
          </a:stretch>
        </p:blipFill>
        <p:spPr>
          <a:xfrm>
            <a:off x="0" y="875"/>
            <a:ext cx="12192000" cy="6857125"/>
          </a:xfrm>
          <a:prstGeom prst="rect">
            <a:avLst/>
          </a:prstGeom>
        </p:spPr>
      </p:pic>
      <p:sp>
        <p:nvSpPr>
          <p:cNvPr id="8" name="Título 7">
            <a:extLst>
              <a:ext uri="{FF2B5EF4-FFF2-40B4-BE49-F238E27FC236}">
                <a16:creationId xmlns:a16="http://schemas.microsoft.com/office/drawing/2014/main" id="{7D2650CC-89A0-A174-E856-05805DBC0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356684"/>
            <a:ext cx="6346974" cy="2667527"/>
          </a:xfrm>
        </p:spPr>
        <p:txBody>
          <a:bodyPr rtlCol="0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11" name="Subtítulo 2">
            <a:extLst>
              <a:ext uri="{FF2B5EF4-FFF2-40B4-BE49-F238E27FC236}">
                <a16:creationId xmlns:a16="http://schemas.microsoft.com/office/drawing/2014/main" id="{1E66F2C5-A94C-40FD-0A7D-A7D695991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3414" y="5266344"/>
            <a:ext cx="3291920" cy="98205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"/>
              <a:t>Haga clic para editar el estilo de subtítulo del patrón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22117"/>
            <a:ext cx="2504049" cy="338328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Ejemplo de Texto de pie de página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22117"/>
            <a:ext cx="1146383" cy="338328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2/12/2025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8E274F5D-21DC-40EF-8DBA-AB9BB119E939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044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ítul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 descr="Una luz roja y púrpura&#10;&#10;El contenido generado por inteligencia artificial puede ser incorrecto.">
            <a:extLst>
              <a:ext uri="{FF2B5EF4-FFF2-40B4-BE49-F238E27FC236}">
                <a16:creationId xmlns:a16="http://schemas.microsoft.com/office/drawing/2014/main" id="{34DC879D-8888-CA20-363B-ADD601ABDB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" t="34949" r="912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3491" y="2122471"/>
            <a:ext cx="7348909" cy="167264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baseline="0" dirty="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16399" y="2122470"/>
            <a:ext cx="2052235" cy="167264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"/>
              <a:t>Haga clic para editar el estilo de subtítulo del patrón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2284" y="233990"/>
            <a:ext cx="2578688" cy="338328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6573"/>
            <a:ext cx="1562100" cy="338328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2/12/2025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8E274F5D-21DC-40EF-8DBA-AB9BB119E939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721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ítul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 descr="Un círculo negro en color púrpura y naranja&#10;&#10;El contenido generado por inteligencia artificial puede ser incorrecto.">
            <a:extLst>
              <a:ext uri="{FF2B5EF4-FFF2-40B4-BE49-F238E27FC236}">
                <a16:creationId xmlns:a16="http://schemas.microsoft.com/office/drawing/2014/main" id="{86116429-CFD9-2016-C240-A97B232DE4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11" t="2700" r="25757" b="19631"/>
          <a:stretch>
            <a:fillRect/>
          </a:stretch>
        </p:blipFill>
        <p:spPr>
          <a:xfrm rot="10800000" flipH="1">
            <a:off x="0" y="-1713"/>
            <a:ext cx="12205716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6693" y="2705100"/>
            <a:ext cx="11562393" cy="41529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11500" baseline="0" dirty="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53135" y="564350"/>
            <a:ext cx="3645744" cy="905862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"/>
              <a:t>Haga clic para editar el estilo de subtítulo del patrón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9462" y="197680"/>
            <a:ext cx="2561771" cy="338328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Ejemplo de Texto de pie de página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06100" y="209088"/>
            <a:ext cx="1022986" cy="338328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2/12/2025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8E274F5D-21DC-40EF-8DBA-AB9BB119E939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686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ítulo con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    </a:t>
            </a: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F6AD7145-734D-256B-1335-1014B6A32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952" cy="3429000"/>
          </a:xfrm>
          <a:gradFill>
            <a:gsLst>
              <a:gs pos="55000">
                <a:srgbClr val="000000">
                  <a:alpha val="53000"/>
                </a:srgbClr>
              </a:gs>
              <a:gs pos="87000">
                <a:srgbClr val="000000">
                  <a:alpha val="63922"/>
                </a:srgbClr>
              </a:gs>
              <a:gs pos="23000">
                <a:srgbClr val="000000">
                  <a:alpha val="0"/>
                </a:srgbClr>
              </a:gs>
            </a:gsLst>
            <a:lin ang="15900000" scaled="0"/>
          </a:gradFill>
        </p:spPr>
        <p:txBody>
          <a:bodyPr lIns="457200" tIns="685800" rIns="5029200" bIns="0" rtlCol="0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5C312AD0-A2D2-0388-F1F0-E17A9F7893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24192" y="-1"/>
            <a:ext cx="3740652" cy="3050627"/>
          </a:xfrm>
        </p:spPr>
        <p:txBody>
          <a:bodyPr vert="horz" lIns="594360" tIns="685800" rIns="320040" bIns="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"/>
              <a:t>Haga clic para editar el estilo de subtítulo del patrón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19100" y="220344"/>
            <a:ext cx="2552700" cy="365760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Texto de pie de página de ejemplo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10065" y="219456"/>
            <a:ext cx="1905000" cy="365760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2/12/2025</a:t>
            </a:r>
          </a:p>
        </p:txBody>
      </p:sp>
      <p:sp>
        <p:nvSpPr>
          <p:cNvPr id="13" name="Marcador de número de diapositiva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288609" y="215988"/>
            <a:ext cx="555948" cy="337198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5E0677F5-4A8A-4BF1-96BE-3BAE8FBAFE2E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5555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ítulo con image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   </a:t>
            </a: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AEDC0447-22FD-BF05-BC68-3FDEDEDFC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5323784" cy="6858000"/>
          </a:xfrm>
          <a:gradFill>
            <a:gsLst>
              <a:gs pos="41000">
                <a:srgbClr val="000000">
                  <a:alpha val="46000"/>
                </a:srgbClr>
              </a:gs>
              <a:gs pos="71000">
                <a:srgbClr val="000000">
                  <a:alpha val="58000"/>
                </a:srgbClr>
              </a:gs>
              <a:gs pos="100000">
                <a:srgbClr val="000000">
                  <a:alpha val="61000"/>
                </a:srgbClr>
              </a:gs>
              <a:gs pos="10000">
                <a:srgbClr val="000000">
                  <a:alpha val="0"/>
                </a:srgbClr>
              </a:gs>
            </a:gsLst>
            <a:lin ang="10800000" scaled="0"/>
          </a:gradFill>
        </p:spPr>
        <p:txBody>
          <a:bodyPr lIns="457200" tIns="1371600" rIns="822960" bIns="914400" rtlCol="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3A1999F2-A538-F369-DF48-BB68DFFF8D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9099" y="6032498"/>
            <a:ext cx="4419599" cy="579757"/>
          </a:xfrm>
        </p:spPr>
        <p:txBody>
          <a:bodyPr vert="horz" lIns="91440" tIns="0" rIns="91440" bIns="0" rtlCol="0" anchor="t">
            <a:normAutofit/>
          </a:bodyPr>
          <a:lstStyle>
            <a:lvl1pPr marL="0" indent="0">
              <a:lnSpc>
                <a:spcPct val="120000"/>
              </a:lnSpc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"/>
              <a:t>Haga clic para editar el estilo de subtítulo del patrón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19100" y="220344"/>
            <a:ext cx="2552700" cy="365760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Texto de pie de página de muestra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01100" y="213072"/>
            <a:ext cx="1905000" cy="365760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2/12/2025</a:t>
            </a:r>
          </a:p>
        </p:txBody>
      </p:sp>
      <p:sp>
        <p:nvSpPr>
          <p:cNvPr id="13" name="Marcador de número de diapositiva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5988"/>
            <a:ext cx="448805" cy="365760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5E0677F5-4A8A-4BF1-96BE-3BAE8FBAFE2E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8558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ítulo con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   </a:t>
            </a:r>
          </a:p>
        </p:txBody>
      </p:sp>
      <p:sp>
        <p:nvSpPr>
          <p:cNvPr id="15" name="Título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rtlCol="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"/>
              <a:t>Haga clic para editar el estilo de subtítulo del patrón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2/12/2025</a:t>
            </a:r>
          </a:p>
        </p:txBody>
      </p:sp>
      <p:sp>
        <p:nvSpPr>
          <p:cNvPr id="13" name="Marcador de número de diapositiva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5E0677F5-4A8A-4BF1-96BE-3BAE8FBAFE2E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2136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con image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4643" y="1114447"/>
            <a:ext cx="5442757" cy="292152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baseline="0" dirty="0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5468" y="4993008"/>
            <a:ext cx="3972704" cy="124799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400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es"/>
              <a:t>Haga clic para editar el estilo de subtítulo del patrón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2605" y="215057"/>
            <a:ext cx="2703777" cy="338328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5989" y="215057"/>
            <a:ext cx="1537060" cy="338328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pPr rtl="0"/>
            <a:r>
              <a:rPr lang="en-US"/>
              <a:t>2/12/2025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1909" y="215057"/>
            <a:ext cx="540412" cy="338328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8E274F5D-21DC-40EF-8DBA-AB9BB119E939}" type="slidenum">
              <a:rPr lang="en-US" smtClean="0"/>
              <a:pPr rtl="0"/>
              <a:t>‹Nº›</a:t>
            </a:fld>
            <a:endParaRPr lang="en-US"/>
          </a:p>
        </p:txBody>
      </p:sp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28C1F583-2497-2836-36DF-2076DFFFBA5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83830" y="1181100"/>
            <a:ext cx="4408170" cy="5701208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es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0687286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con imagen 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12872" y="1115568"/>
            <a:ext cx="2960028" cy="368476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600" dirty="0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4423" y="5004262"/>
            <a:ext cx="2968477" cy="124413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400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es"/>
              <a:t>Haga clic para editar el estilo de subtítulo del patrón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597858" cy="338328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12872" y="219456"/>
            <a:ext cx="1550328" cy="338328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pPr rtl="0"/>
            <a:r>
              <a:rPr lang="en-US"/>
              <a:t>2/12/2025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3129" y="219456"/>
            <a:ext cx="539588" cy="338328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8E274F5D-21DC-40EF-8DBA-AB9BB119E939}" type="slidenum">
              <a:rPr lang="en-US" smtClean="0"/>
              <a:pPr rtl="0"/>
              <a:t>‹Nº›</a:t>
            </a:fld>
            <a:endParaRPr lang="en-US"/>
          </a:p>
        </p:txBody>
      </p:sp>
      <p:sp>
        <p:nvSpPr>
          <p:cNvPr id="8" name="Marcador de posición de imagen 7">
            <a:extLst>
              <a:ext uri="{FF2B5EF4-FFF2-40B4-BE49-F238E27FC236}">
                <a16:creationId xmlns:a16="http://schemas.microsoft.com/office/drawing/2014/main" id="{284B0817-C121-ACE0-AD00-44CE3924177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1181099"/>
            <a:ext cx="8367452" cy="5685213"/>
          </a:xfrm>
          <a:custGeom>
            <a:avLst/>
            <a:gdLst>
              <a:gd name="connsiteX0" fmla="*/ 0 w 6769976"/>
              <a:gd name="connsiteY0" fmla="*/ 0 h 5895164"/>
              <a:gd name="connsiteX1" fmla="*/ 6769976 w 6769976"/>
              <a:gd name="connsiteY1" fmla="*/ 0 h 5895164"/>
              <a:gd name="connsiteX2" fmla="*/ 6769976 w 6769976"/>
              <a:gd name="connsiteY2" fmla="*/ 5895164 h 5895164"/>
              <a:gd name="connsiteX3" fmla="*/ 0 w 6769976"/>
              <a:gd name="connsiteY3" fmla="*/ 5895164 h 5895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69976" h="5895164">
                <a:moveTo>
                  <a:pt x="0" y="0"/>
                </a:moveTo>
                <a:lnTo>
                  <a:pt x="6769976" y="0"/>
                </a:lnTo>
                <a:lnTo>
                  <a:pt x="6769976" y="5895164"/>
                </a:lnTo>
                <a:lnTo>
                  <a:pt x="0" y="5895164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es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338410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con imagen 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6903" y="4822407"/>
            <a:ext cx="6925432" cy="135134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300" dirty="0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35224" y="4822406"/>
            <a:ext cx="2724238" cy="1351342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es"/>
              <a:t>Haga clic para editar el estilo de subtítulo del patrón</a:t>
            </a:r>
          </a:p>
        </p:txBody>
      </p:sp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978C40B5-A026-132B-C915-2335F94E4A5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866900" y="0"/>
            <a:ext cx="10325100" cy="4653649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es"/>
              <a:t>   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76903" y="6447496"/>
            <a:ext cx="2140360" cy="338328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224" y="6451888"/>
            <a:ext cx="1581238" cy="338328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  <a:effectLst/>
              </a:defRPr>
            </a:lvl1pPr>
          </a:lstStyle>
          <a:p>
            <a:pPr rtl="0"/>
            <a:r>
              <a:rPr lang="en-US"/>
              <a:t>2/12/2025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0357" y="6451888"/>
            <a:ext cx="457200" cy="338328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8E274F5D-21DC-40EF-8DBA-AB9BB119E939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5170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 descr="Un primer plano de un fondo colorido&#10;&#10;El contenido generado por inteligencia artificial puede ser incorrecto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rtlCol="0"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Encabezado de sección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2/12/2025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8E274F5D-21DC-40EF-8DBA-AB9BB119E939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406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cabezado de secció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Un primer plano de una luz rosa y púrpura&#10;&#10;El contenido generado por inteligencia artificial puede ser incorrecto.">
            <a:extLst>
              <a:ext uri="{FF2B5EF4-FFF2-40B4-BE49-F238E27FC236}">
                <a16:creationId xmlns:a16="http://schemas.microsoft.com/office/drawing/2014/main" id="{B984133B-2ACD-DC2E-DD48-CC86F40637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rtlCol="0"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Encabezado de sección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6416" y="219456"/>
            <a:ext cx="1494156" cy="338328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2/12/2025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8E274F5D-21DC-40EF-8DBA-AB9BB119E939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0939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Un fondo negro con una luz púrpura y naranja&#10;&#10;El contenido generado por inteligencia artificial puede ser incorrecto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rtlCol="0"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Ejemplo de Texto de pie de página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2/12/2025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8E274F5D-21DC-40EF-8DBA-AB9BB119E939}" type="slidenum">
              <a:rPr lang="en-US" smtClean="0"/>
              <a:pPr rtl="0"/>
              <a:t>‹Nº›</a:t>
            </a:fld>
            <a:endParaRPr lang="en-US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830835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 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 descr="Un círculo negro en color púrpura y naranja&#10;&#10;El contenido generado por inteligencia artificial puede ser incorrecto.">
            <a:extLst>
              <a:ext uri="{FF2B5EF4-FFF2-40B4-BE49-F238E27FC236}">
                <a16:creationId xmlns:a16="http://schemas.microsoft.com/office/drawing/2014/main" id="{8AD56A61-7CC3-3597-02EB-CC5DE117DB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58" t="8959" r="915" b="25228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7" y="915709"/>
            <a:ext cx="11404534" cy="1604654"/>
          </a:xfrm>
        </p:spPr>
        <p:txBody>
          <a:bodyPr rtlCol="0"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14858"/>
            <a:ext cx="1485900" cy="338328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2/12/2025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8E274F5D-21DC-40EF-8DBA-AB9BB119E939}" type="slidenum">
              <a:rPr lang="en-US" smtClean="0"/>
              <a:pPr rtl="0"/>
              <a:t>‹Nº›</a:t>
            </a:fld>
            <a:endParaRPr lang="en-US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72400" y="2705100"/>
            <a:ext cx="4000500" cy="368202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6127199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con imagen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Un fondo negro con una luz roja y amarilla&#10;&#10;El contenido generado por inteligencia artificial puede ser incorrecto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rtlCol="0"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8" name="Marcador de posición de imagen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   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Texto de ejemplo para el pie de página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2/12/2025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8E274F5D-21DC-40EF-8DBA-AB9BB119E939}" type="slidenum">
              <a:rPr lang="en-US" smtClean="0"/>
              <a:pPr rtl="0"/>
              <a:t>‹Nº›</a:t>
            </a:fld>
            <a:endParaRPr lang="en-US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 rtl="0"/>
            <a:r>
              <a:rPr lang="es"/>
              <a:t>Haga clic para modificar los estilos de texto del patrón</a:t>
            </a:r>
          </a:p>
          <a:p>
            <a:pPr marL="228600" lvl="1" indent="-228600" rtl="0"/>
            <a:r>
              <a:rPr lang="es"/>
              <a:t>Segundo nivel</a:t>
            </a:r>
          </a:p>
          <a:p>
            <a:pPr marL="228600" lvl="2" indent="-228600" rtl="0"/>
            <a:r>
              <a:rPr lang="es"/>
              <a:t>Tercer nivel</a:t>
            </a:r>
          </a:p>
          <a:p>
            <a:pPr marL="228600" lvl="3" indent="-228600" rtl="0"/>
            <a:r>
              <a:rPr lang="es"/>
              <a:t>Cuarto nivel</a:t>
            </a:r>
          </a:p>
          <a:p>
            <a:pPr marL="228600" lvl="4" indent="-228600" rtl="0"/>
            <a:r>
              <a:rPr lang="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7039490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 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Un primer plano de un objeto multicolor&#10;&#10;El contenido generado por inteligencia artificial puede ser incorrecto.">
            <a:extLst>
              <a:ext uri="{FF2B5EF4-FFF2-40B4-BE49-F238E27FC236}">
                <a16:creationId xmlns:a16="http://schemas.microsoft.com/office/drawing/2014/main" id="{BA44554C-C893-3987-6CAA-1AE3D3275A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88" r="1" b="13701"/>
          <a:stretch>
            <a:fillRect/>
          </a:stretch>
        </p:blipFill>
        <p:spPr>
          <a:xfrm rot="5400000" flipV="1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1762539"/>
            <a:ext cx="3987207" cy="2073091"/>
          </a:xfrm>
        </p:spPr>
        <p:txBody>
          <a:bodyPr rtlCol="0" anchor="t">
            <a:norm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1993" y="214858"/>
            <a:ext cx="1522740" cy="338328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2/12/2025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8E274F5D-21DC-40EF-8DBA-AB9BB119E939}" type="slidenum">
              <a:rPr lang="en-US" smtClean="0"/>
              <a:pPr rtl="0"/>
              <a:t>‹Nº›</a:t>
            </a:fld>
            <a:endParaRPr lang="en-US"/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51993" y="1762539"/>
            <a:ext cx="3482340" cy="207309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1"/>
                </a:solidFill>
              </a:defRPr>
            </a:lvl1pPr>
            <a:lvl2pPr marL="228600" indent="0">
              <a:buNone/>
              <a:defRPr lang="en-US" dirty="0">
                <a:solidFill>
                  <a:schemeClr val="tx1"/>
                </a:solidFill>
              </a:defRPr>
            </a:lvl2pPr>
            <a:lvl3pPr marL="457200" indent="0">
              <a:buNone/>
              <a:defRPr lang="en-US" dirty="0">
                <a:solidFill>
                  <a:schemeClr val="tx1"/>
                </a:solidFill>
              </a:defRPr>
            </a:lvl3pPr>
            <a:lvl4pPr marL="685800" indent="0">
              <a:buNone/>
              <a:defRPr lang="en-US" dirty="0">
                <a:solidFill>
                  <a:schemeClr val="tx1"/>
                </a:solidFill>
              </a:defRPr>
            </a:lvl4pPr>
            <a:lvl5pPr marL="914400" indent="0">
              <a:buNone/>
              <a:defRPr lang="en-US" dirty="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34911797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ido 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Un primer plano de un objeto multicolor&#10;&#10;El contenido generado por inteligencia artificial puede ser incorrecto.">
            <a:extLst>
              <a:ext uri="{FF2B5EF4-FFF2-40B4-BE49-F238E27FC236}">
                <a16:creationId xmlns:a16="http://schemas.microsoft.com/office/drawing/2014/main" id="{B193FB30-082C-50CD-EEC9-7D410FFB62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8257" t="5088" r="86" b="21926"/>
          <a:stretch>
            <a:fillRect/>
          </a:stretch>
        </p:blipFill>
        <p:spPr>
          <a:xfrm flipH="1">
            <a:off x="0" y="0"/>
            <a:ext cx="12192000" cy="685517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4380" y="1276990"/>
            <a:ext cx="5385079" cy="985658"/>
          </a:xfrm>
        </p:spPr>
        <p:txBody>
          <a:bodyPr rtlCol="0"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12904" y="214858"/>
            <a:ext cx="2514600" cy="338328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2/12/2025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2980" y="214858"/>
            <a:ext cx="555948" cy="338328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8E274F5D-21DC-40EF-8DBA-AB9BB119E939}" type="slidenum">
              <a:rPr lang="en-US" smtClean="0"/>
              <a:pPr rtl="0"/>
              <a:t>‹Nº›</a:t>
            </a:fld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2904" y="2471736"/>
            <a:ext cx="5385079" cy="3493129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1482167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ido 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n 22" descr="Un fondo púrpura y negro&#10;&#10;El contenido generado por inteligencia artificial puede ser incorrecto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rtlCol="0"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2/12/2025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8E274F5D-21DC-40EF-8DBA-AB9BB119E939}" type="slidenum">
              <a:rPr lang="en-US" smtClean="0"/>
              <a:pPr rtl="0"/>
              <a:t>‹Nº›</a:t>
            </a:fld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7766672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 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Una luz roja y púrpura&#10;&#10;El contenido generado por inteligencia artificial puede ser incorrecto.">
            <a:extLst>
              <a:ext uri="{FF2B5EF4-FFF2-40B4-BE49-F238E27FC236}">
                <a16:creationId xmlns:a16="http://schemas.microsoft.com/office/drawing/2014/main" id="{A9C84165-A857-83C5-C6BE-C4EB68C906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759"/>
          <a:stretch>
            <a:fillRect/>
          </a:stretch>
        </p:blipFill>
        <p:spPr>
          <a:xfrm flipH="1">
            <a:off x="0" y="2040834"/>
            <a:ext cx="12192000" cy="481716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1946412"/>
            <a:ext cx="2971800" cy="3192118"/>
          </a:xfrm>
        </p:spPr>
        <p:txBody>
          <a:bodyPr rtlCol="0" anchor="t">
            <a:norm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14858"/>
            <a:ext cx="2452852" cy="338328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2/12/2025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2980" y="214858"/>
            <a:ext cx="555948" cy="338328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8E274F5D-21DC-40EF-8DBA-AB9BB119E939}" type="slidenum">
              <a:rPr lang="en-US" smtClean="0"/>
              <a:pPr rtl="0"/>
              <a:t>‹Nº›</a:t>
            </a:fld>
            <a:endParaRPr lang="en-US"/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38700" y="1946413"/>
            <a:ext cx="5189220" cy="319211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10378905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 6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 descr="Un fondo negro con una luz púrpura y naranja&#10;&#10;El contenido generado por inteligencia artificial puede ser incorrecto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rtlCol="0"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2/12/2025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8E274F5D-21DC-40EF-8DBA-AB9BB119E939}" type="slidenum">
              <a:rPr lang="en-US" smtClean="0"/>
              <a:pPr rtl="0"/>
              <a:t>‹Nº›</a:t>
            </a:fld>
            <a:endParaRPr lang="en-US"/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16095605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 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8" y="1828800"/>
            <a:ext cx="8496302" cy="1010093"/>
          </a:xfrm>
        </p:spPr>
        <p:txBody>
          <a:bodyPr rtlCol="0" anchor="b">
            <a:norm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Ejemplo de Texto de pie de página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2/12/2025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8E274F5D-21DC-40EF-8DBA-AB9BB119E939}" type="slidenum">
              <a:rPr lang="en-US" smtClean="0"/>
              <a:pPr rtl="0"/>
              <a:t>‹Nº›</a:t>
            </a:fld>
            <a:endParaRPr lang="en-US"/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866900" y="3168292"/>
            <a:ext cx="8496300" cy="262540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65387805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 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1126457"/>
            <a:ext cx="3667167" cy="288928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 rtl="0"/>
            <a:r>
              <a:rPr lang="es"/>
              <a:t>Haga clic para modificar el estilo de título del patrón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 rtlCol="0"/>
          <a:lstStyle/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7677" y="214858"/>
            <a:ext cx="1522740" cy="338328"/>
          </a:xfrm>
        </p:spPr>
        <p:txBody>
          <a:bodyPr rtlCol="0"/>
          <a:lstStyle/>
          <a:p>
            <a:pPr rtl="0"/>
            <a:r>
              <a:rPr lang="en-US"/>
              <a:t>2/12/2025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258" y="214858"/>
            <a:ext cx="555948" cy="338328"/>
          </a:xfrm>
        </p:spPr>
        <p:txBody>
          <a:bodyPr rtlCol="0"/>
          <a:lstStyle/>
          <a:p>
            <a:pPr rtl="0"/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57677" y="1126457"/>
            <a:ext cx="5848423" cy="5121943"/>
          </a:xfrm>
        </p:spPr>
        <p:txBody>
          <a:bodyPr rtlCol="0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6819755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 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1126457"/>
            <a:ext cx="2920407" cy="288928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 rtl="0"/>
            <a:r>
              <a:rPr lang="es"/>
              <a:t>Haga clic para modificar el estilo de título del patrón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 rtlCol="0"/>
          <a:lstStyle/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1811877" cy="338328"/>
          </a:xfrm>
        </p:spPr>
        <p:txBody>
          <a:bodyPr rtlCol="0"/>
          <a:lstStyle/>
          <a:p>
            <a:pPr rtl="0"/>
            <a:r>
              <a:rPr lang="en-US"/>
              <a:t>2/12/2025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258" y="214858"/>
            <a:ext cx="555948" cy="338328"/>
          </a:xfrm>
        </p:spPr>
        <p:txBody>
          <a:bodyPr rtlCol="0"/>
          <a:lstStyle/>
          <a:p>
            <a:pPr rtl="0"/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55523" y="1126457"/>
            <a:ext cx="7503203" cy="5121943"/>
          </a:xfrm>
        </p:spPr>
        <p:txBody>
          <a:bodyPr rtlCol="0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42515096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con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rtlCol="0" anchor="t"/>
          <a:lstStyle/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 rtlCol="0"/>
          <a:lstStyle/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rtl="0"/>
            <a:r>
              <a:rPr lang="en-US"/>
              <a:t>2/12/2025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 rtlCol="0"/>
          <a:lstStyle/>
          <a:p>
            <a:pPr rtl="0"/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es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31390461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con image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5467" y="1115568"/>
            <a:ext cx="2505264" cy="1624122"/>
          </a:xfrm>
        </p:spPr>
        <p:txBody>
          <a:bodyPr rtlCol="0" anchor="t"/>
          <a:lstStyle/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 rtlCol="0"/>
          <a:lstStyle/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15467" y="215823"/>
            <a:ext cx="1899259" cy="338328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rtl="0"/>
            <a:r>
              <a:rPr lang="en-US"/>
              <a:t>2/12/2025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650" y="215823"/>
            <a:ext cx="538545" cy="338328"/>
          </a:xfrm>
        </p:spPr>
        <p:txBody>
          <a:bodyPr rtlCol="0"/>
          <a:lstStyle/>
          <a:p>
            <a:pPr rtl="0"/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" y="1181100"/>
            <a:ext cx="8356833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es"/>
              <a:t>   </a:t>
            </a: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15467" y="3646713"/>
            <a:ext cx="2505264" cy="27286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87203805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con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rtlCol="0" anchor="t">
            <a:normAutofit/>
          </a:bodyPr>
          <a:lstStyle>
            <a:lvl1pPr>
              <a:defRPr sz="3000"/>
            </a:lvl1pPr>
          </a:lstStyle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 rtlCol="0"/>
          <a:lstStyle/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 rtlCol="0"/>
          <a:lstStyle/>
          <a:p>
            <a:pPr rtl="0"/>
            <a:r>
              <a:rPr lang="en-US"/>
              <a:t>2/12/2025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 rtlCol="0"/>
          <a:lstStyle/>
          <a:p>
            <a:pPr rtl="0"/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 rtlCol="0"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es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82391413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con image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rtlCol="0" anchor="t"/>
          <a:lstStyle/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es"/>
              <a:t>   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 rtlCol="0"/>
          <a:lstStyle/>
          <a:p>
            <a:pPr rtl="0"/>
            <a:r>
              <a:rPr lang="en-US"/>
              <a:t>2/12/2025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rtl="0"/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rtlCol="0" anchor="t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5797172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con imagen 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7906" y="1115568"/>
            <a:ext cx="3608254" cy="1389582"/>
          </a:xfrm>
        </p:spPr>
        <p:txBody>
          <a:bodyPr rtlCol="0" anchor="t"/>
          <a:lstStyle/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47915" cy="338328"/>
          </a:xfrm>
        </p:spPr>
        <p:txBody>
          <a:bodyPr rtlCol="0"/>
          <a:lstStyle/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7905" y="219456"/>
            <a:ext cx="1586711" cy="338328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rtl="0"/>
            <a:r>
              <a:rPr lang="en-US"/>
              <a:t>2/12/2025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  <p:sp>
        <p:nvSpPr>
          <p:cNvPr id="4" name="Marcador de posición de imagen 3">
            <a:extLst>
              <a:ext uri="{FF2B5EF4-FFF2-40B4-BE49-F238E27FC236}">
                <a16:creationId xmlns:a16="http://schemas.microsoft.com/office/drawing/2014/main" id="{A63D2D48-CE58-FD80-93F7-B87C97B9040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7336219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es"/>
              <a:t>   </a:t>
            </a: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77904" y="2705100"/>
            <a:ext cx="3608255" cy="3733800"/>
          </a:xfrm>
        </p:spPr>
        <p:txBody>
          <a:bodyPr rtlCol="0" anchor="t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19826187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con imagen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rtlCol="0" anchor="t"/>
          <a:lstStyle/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 rtlCol="0"/>
          <a:lstStyle/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rtl="0"/>
            <a:r>
              <a:rPr lang="en-US"/>
              <a:t>2/12/2025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 rtlCol="0"/>
          <a:lstStyle/>
          <a:p>
            <a:pPr rtl="0"/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  <p:sp>
        <p:nvSpPr>
          <p:cNvPr id="4" name="Marcador de posición de imagen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es"/>
              <a:t>   </a:t>
            </a: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rtlCol="0" anchor="t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29082580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con imagen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9" y="1115568"/>
            <a:ext cx="4643555" cy="1600200"/>
          </a:xfrm>
        </p:spPr>
        <p:txBody>
          <a:bodyPr rtlCol="0" anchor="t"/>
          <a:lstStyle/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5546"/>
            <a:ext cx="2478874" cy="338328"/>
          </a:xfrm>
        </p:spPr>
        <p:txBody>
          <a:bodyPr rtlCol="0"/>
          <a:lstStyle/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399" y="208604"/>
            <a:ext cx="2450799" cy="338328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rtl="0"/>
            <a:r>
              <a:rPr lang="en-US"/>
              <a:t>2/12/2025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  <p:sp>
        <p:nvSpPr>
          <p:cNvPr id="4" name="Marcador de posición de imagen 3">
            <a:extLst>
              <a:ext uri="{FF2B5EF4-FFF2-40B4-BE49-F238E27FC236}">
                <a16:creationId xmlns:a16="http://schemas.microsoft.com/office/drawing/2014/main" id="{2A4BFBD2-FAF6-BBCA-8426-AB0631D8CFC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64766" y="1181100"/>
            <a:ext cx="5352086" cy="2615648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es"/>
              <a:t>   </a:t>
            </a: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67398" y="4055164"/>
            <a:ext cx="5449453" cy="219323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371007490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con imagen 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rtlCol="0" anchor="t">
            <a:normAutofit/>
          </a:bodyPr>
          <a:lstStyle>
            <a:lvl1pPr>
              <a:defRPr sz="3000"/>
            </a:lvl1pPr>
          </a:lstStyle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 rtlCol="0"/>
          <a:lstStyle/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 rtlCol="0"/>
          <a:lstStyle/>
          <a:p>
            <a:pPr rtl="0"/>
            <a:r>
              <a:rPr lang="en-US"/>
              <a:t>2/12/2025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 rtlCol="0"/>
          <a:lstStyle/>
          <a:p>
            <a:pPr rtl="0"/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 rtlCol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</a:p>
        </p:txBody>
      </p:sp>
      <p:sp>
        <p:nvSpPr>
          <p:cNvPr id="4" name="Marcador de posición de imagen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es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51776063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con imagen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rtlCol="0" anchor="t">
            <a:normAutofit/>
          </a:bodyPr>
          <a:lstStyle>
            <a:lvl1pPr>
              <a:defRPr sz="3000"/>
            </a:lvl1pPr>
          </a:lstStyle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es"/>
              <a:t>   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 rtlCol="0"/>
          <a:lstStyle/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 rtlCol="0"/>
          <a:lstStyle/>
          <a:p>
            <a:pPr rtl="0"/>
            <a:r>
              <a:rPr lang="en-US"/>
              <a:t>2/12/2025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 rtlCol="0"/>
          <a:lstStyle/>
          <a:p>
            <a:pPr rtl="0"/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 rtlCol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58530938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con imagen 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1" y="1115568"/>
            <a:ext cx="2514599" cy="2463733"/>
          </a:xfrm>
        </p:spPr>
        <p:txBody>
          <a:bodyPr rtlCol="0" anchor="t"/>
          <a:lstStyle/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5546"/>
            <a:ext cx="2514600" cy="338328"/>
          </a:xfrm>
        </p:spPr>
        <p:txBody>
          <a:bodyPr rtlCol="0"/>
          <a:lstStyle/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4832" y="208604"/>
            <a:ext cx="1473867" cy="338328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rtl="0"/>
            <a:r>
              <a:rPr lang="en-US"/>
              <a:t>2/12/2025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64833" y="1106780"/>
            <a:ext cx="8286147" cy="246373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</a:p>
        </p:txBody>
      </p:sp>
      <p:sp>
        <p:nvSpPr>
          <p:cNvPr id="4" name="Marcador de posición de imagen 3">
            <a:extLst>
              <a:ext uri="{FF2B5EF4-FFF2-40B4-BE49-F238E27FC236}">
                <a16:creationId xmlns:a16="http://schemas.microsoft.com/office/drawing/2014/main" id="{2A4BFBD2-FAF6-BBCA-8426-AB0631D8CFC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49057" y="4159154"/>
            <a:ext cx="8742943" cy="2698845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es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67452863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con imagen 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1" y="1115568"/>
            <a:ext cx="2514599" cy="2463733"/>
          </a:xfrm>
        </p:spPr>
        <p:txBody>
          <a:bodyPr rtlCol="0" anchor="t"/>
          <a:lstStyle/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5546"/>
            <a:ext cx="2514600" cy="338328"/>
          </a:xfrm>
        </p:spPr>
        <p:txBody>
          <a:bodyPr rtlCol="0"/>
          <a:lstStyle/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4832" y="208604"/>
            <a:ext cx="1473867" cy="338328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rtl="0"/>
            <a:r>
              <a:rPr lang="en-US"/>
              <a:t>2/12/2025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64834" y="1106780"/>
            <a:ext cx="8408066" cy="246373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</a:p>
        </p:txBody>
      </p:sp>
      <p:sp>
        <p:nvSpPr>
          <p:cNvPr id="4" name="Marcador de posición de imagen 3">
            <a:extLst>
              <a:ext uri="{FF2B5EF4-FFF2-40B4-BE49-F238E27FC236}">
                <a16:creationId xmlns:a16="http://schemas.microsoft.com/office/drawing/2014/main" id="{2A4BFBD2-FAF6-BBCA-8426-AB0631D8CFC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4159154"/>
            <a:ext cx="12192000" cy="2698845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es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922347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con imagen 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rtlCol="0" anchor="t"/>
          <a:lstStyle/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 rtlCol="0"/>
          <a:lstStyle/>
          <a:p>
            <a:pPr rtl="0"/>
            <a:r>
              <a:rPr lang="en-US"/>
              <a:t>2/12/2025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rtl="0"/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rtlCol="0" anchor="t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</a:p>
        </p:txBody>
      </p:sp>
      <p:sp>
        <p:nvSpPr>
          <p:cNvPr id="11" name="Marcador de posición de imagen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es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416101210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con imagen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602" y="1115568"/>
            <a:ext cx="6931698" cy="1002834"/>
          </a:xfrm>
        </p:spPr>
        <p:txBody>
          <a:bodyPr rtlCol="0" anchor="t">
            <a:normAutofit/>
          </a:bodyPr>
          <a:lstStyle>
            <a:lvl1pPr>
              <a:defRPr sz="3000"/>
            </a:lvl1pPr>
          </a:lstStyle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154" y="216914"/>
            <a:ext cx="2703777" cy="338328"/>
          </a:xfrm>
        </p:spPr>
        <p:txBody>
          <a:bodyPr rtlCol="0"/>
          <a:lstStyle/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884825" y="216914"/>
            <a:ext cx="2338650" cy="338328"/>
          </a:xfrm>
        </p:spPr>
        <p:txBody>
          <a:bodyPr rtlCol="0"/>
          <a:lstStyle/>
          <a:p>
            <a:pPr rtl="0"/>
            <a:r>
              <a:rPr lang="en-US"/>
              <a:t>2/12/2025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010" y="216914"/>
            <a:ext cx="557090" cy="338328"/>
          </a:xfrm>
        </p:spPr>
        <p:txBody>
          <a:bodyPr rtlCol="0"/>
          <a:lstStyle/>
          <a:p>
            <a:pPr rtl="0"/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1601" y="2133600"/>
            <a:ext cx="6931699" cy="4305300"/>
          </a:xfrm>
        </p:spPr>
        <p:txBody>
          <a:bodyPr rtlCol="0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</a:p>
        </p:txBody>
      </p:sp>
      <p:sp>
        <p:nvSpPr>
          <p:cNvPr id="4" name="Marcador de posición de imagen 3">
            <a:extLst>
              <a:ext uri="{FF2B5EF4-FFF2-40B4-BE49-F238E27FC236}">
                <a16:creationId xmlns:a16="http://schemas.microsoft.com/office/drawing/2014/main" id="{66075FF6-E149-1A82-B924-97E715A8DF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982262" y="1184555"/>
            <a:ext cx="4209738" cy="5673445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es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77227083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con imagen 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1115568"/>
            <a:ext cx="3496809" cy="3070722"/>
          </a:xfrm>
        </p:spPr>
        <p:txBody>
          <a:bodyPr rtlCol="0" anchor="t"/>
          <a:lstStyle/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562100" cy="338328"/>
          </a:xfrm>
        </p:spPr>
        <p:txBody>
          <a:bodyPr rtlCol="0"/>
          <a:lstStyle/>
          <a:p>
            <a:pPr rtl="0"/>
            <a:r>
              <a:rPr lang="en-US"/>
              <a:t>2/12/2025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rtl="0"/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29695" y="1193656"/>
            <a:ext cx="3962400" cy="5664344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es"/>
              <a:t>   </a:t>
            </a: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23960" y="1122776"/>
            <a:ext cx="2717800" cy="5316124"/>
          </a:xfrm>
        </p:spPr>
        <p:txBody>
          <a:bodyPr rtlCol="0" anchor="t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99720647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con imagen 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1115568"/>
            <a:ext cx="2515758" cy="2946422"/>
          </a:xfrm>
        </p:spPr>
        <p:txBody>
          <a:bodyPr rtlCol="0" anchor="t"/>
          <a:lstStyle/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399" y="214858"/>
            <a:ext cx="1718441" cy="338328"/>
          </a:xfrm>
        </p:spPr>
        <p:txBody>
          <a:bodyPr rtlCol="0"/>
          <a:lstStyle/>
          <a:p>
            <a:pPr rtl="0"/>
            <a:r>
              <a:rPr lang="en-US"/>
              <a:t>2/12/2025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1696" y="214858"/>
            <a:ext cx="538520" cy="338328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rtl="0"/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798" y="1104900"/>
            <a:ext cx="3756213" cy="5143500"/>
          </a:xfrm>
        </p:spPr>
        <p:txBody>
          <a:bodyPr rtlCol="0" anchor="t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FAC86244-A1E7-A69F-206A-B47C58B746B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843347" y="1181100"/>
            <a:ext cx="4348653" cy="5676899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es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406521180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con imagen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rtlCol="0" anchor="t"/>
          <a:lstStyle/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4" name="Marcador de posición de imagen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es"/>
              <a:t>   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 rtlCol="0"/>
          <a:lstStyle/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rtl="0"/>
            <a:r>
              <a:rPr lang="en-US"/>
              <a:t>2/12/2025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 rtlCol="0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52643835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con imagen 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rtlCol="0" anchor="t"/>
          <a:lstStyle/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 rtlCol="0"/>
          <a:lstStyle/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 rtlCol="0"/>
          <a:lstStyle/>
          <a:p>
            <a:pPr rtl="0"/>
            <a:r>
              <a:rPr lang="en-US"/>
              <a:t>2/12/2025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 rtlCol="0"/>
          <a:lstStyle/>
          <a:p>
            <a:pPr rtl="0"/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  <p:sp>
        <p:nvSpPr>
          <p:cNvPr id="4" name="Marcador de posición de imagen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es"/>
              <a:t>   </a:t>
            </a: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 rtlCol="0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118385508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úmero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Un primer plano de un fondo colorido&#10;&#10;El contenido generado por inteligencia artificial puede ser incorrecto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ítulo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rtlCol="0" anchor="b">
            <a:normAutofit/>
          </a:bodyPr>
          <a:lstStyle>
            <a:lvl1pPr>
              <a:defRPr sz="2000" spc="-50" baseline="0"/>
            </a:lvl1pPr>
          </a:lstStyle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Ejemplo de Texto de pie de página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2/12/2025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8E274F5D-21DC-40EF-8DBA-AB9BB119E939}" type="slidenum">
              <a:rPr lang="en-US" smtClean="0"/>
              <a:pPr rtl="0"/>
              <a:t>‹Nº›</a:t>
            </a:fld>
            <a:endParaRPr lang="en-US"/>
          </a:p>
        </p:txBody>
      </p:sp>
      <p:sp>
        <p:nvSpPr>
          <p:cNvPr id="12" name="Marcador de contenido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 rtlCol="0"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 rtl="0"/>
            <a:r>
              <a:rPr lang="es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158590340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úmero grande 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Un primer plano de un objeto multicolor&#10;&#10;El contenido generado por inteligencia artificial puede ser incorrecto.">
            <a:extLst>
              <a:ext uri="{FF2B5EF4-FFF2-40B4-BE49-F238E27FC236}">
                <a16:creationId xmlns:a16="http://schemas.microsoft.com/office/drawing/2014/main" id="{5586A49A-95E2-7B45-57DD-762AFFF194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72" t="-1" r="2873" b="7130"/>
          <a:stretch>
            <a:fillRect/>
          </a:stretch>
        </p:blipFill>
        <p:spPr>
          <a:xfrm rot="10800000" flipH="1" flipV="1">
            <a:off x="0" y="-1"/>
            <a:ext cx="12192000" cy="685517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5144654"/>
            <a:ext cx="5435008" cy="129424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100000"/>
              </a:lnSpc>
              <a:defRPr lang="en-US" sz="2000" spc="-50" baseline="0" dirty="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"/>
              <a:t>Haga clic para modificar el estilo de título del patrón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Texto de ejemplo para el pie de página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2/12/2025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8E274F5D-21DC-40EF-8DBA-AB9BB119E939}" type="slidenum">
              <a:rPr lang="en-US" smtClean="0"/>
              <a:pPr rtl="0"/>
              <a:t>‹Nº›</a:t>
            </a:fld>
            <a:endParaRPr lang="en-US"/>
          </a:p>
        </p:txBody>
      </p:sp>
      <p:sp>
        <p:nvSpPr>
          <p:cNvPr id="10" name="Marcador de contenido 9">
            <a:extLst>
              <a:ext uri="{FF2B5EF4-FFF2-40B4-BE49-F238E27FC236}">
                <a16:creationId xmlns:a16="http://schemas.microsoft.com/office/drawing/2014/main" id="{53AAB847-04D8-7C24-A07E-65F280B26D5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44488" y="552450"/>
            <a:ext cx="11498262" cy="3937000"/>
          </a:xfrm>
        </p:spPr>
        <p:txBody>
          <a:bodyPr rtlCol="0" anchor="b"/>
          <a:lstStyle>
            <a:lvl1pPr>
              <a:defRPr sz="27500"/>
            </a:lvl1pPr>
          </a:lstStyle>
          <a:p>
            <a:pPr lvl="0" rtl="0"/>
            <a:r>
              <a:rPr lang="es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66835809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úmero grande 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Un fondo púrpura y negro&#10;&#10;El contenido generado por inteligencia artificial puede ser incorrecto.">
            <a:extLst>
              <a:ext uri="{FF2B5EF4-FFF2-40B4-BE49-F238E27FC236}">
                <a16:creationId xmlns:a16="http://schemas.microsoft.com/office/drawing/2014/main" id="{C39E5039-4CEB-24E7-A2E7-F7D46B2D8B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898"/>
            <a:ext cx="12223173" cy="6881646"/>
          </a:xfrm>
          <a:prstGeom prst="rect">
            <a:avLst/>
          </a:prstGeom>
        </p:spPr>
      </p:pic>
      <p:sp>
        <p:nvSpPr>
          <p:cNvPr id="9" name="Título 8">
            <a:extLst>
              <a:ext uri="{FF2B5EF4-FFF2-40B4-BE49-F238E27FC236}">
                <a16:creationId xmlns:a16="http://schemas.microsoft.com/office/drawing/2014/main" id="{E50697A7-9277-BB02-6AE2-42676133D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802640"/>
            <a:ext cx="4000500" cy="1137920"/>
          </a:xfrm>
        </p:spPr>
        <p:txBody>
          <a:bodyPr rtlCol="0"/>
          <a:lstStyle>
            <a:lvl1pPr>
              <a:defRPr sz="2400" spc="-5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14858"/>
            <a:ext cx="1485900" cy="338328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2/12/2025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8E274F5D-21DC-40EF-8DBA-AB9BB119E939}" type="slidenum">
              <a:rPr lang="en-US" smtClean="0"/>
              <a:pPr rtl="0"/>
              <a:t>‹Nº›</a:t>
            </a:fld>
            <a:endParaRPr lang="en-US"/>
          </a:p>
        </p:txBody>
      </p:sp>
      <p:sp>
        <p:nvSpPr>
          <p:cNvPr id="12" name="Marcador de contenido 11">
            <a:extLst>
              <a:ext uri="{FF2B5EF4-FFF2-40B4-BE49-F238E27FC236}">
                <a16:creationId xmlns:a16="http://schemas.microsoft.com/office/drawing/2014/main" id="{2C871739-B2C5-FF57-BBD7-3F61A35A3F3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58775" y="2684463"/>
            <a:ext cx="11414125" cy="4411662"/>
          </a:xfrm>
        </p:spPr>
        <p:txBody>
          <a:bodyPr lIns="0" tIns="0" rIns="0" bIns="0" rtlCol="0" anchor="b"/>
          <a:lstStyle>
            <a:lvl1pPr>
              <a:lnSpc>
                <a:spcPct val="85000"/>
              </a:lnSpc>
              <a:defRPr sz="30500" spc="-100" baseline="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94353664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stru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Una luz roja y púrpura&#10;&#10;El contenido generado por inteligencia artificial puede ser incorrecto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Texto de ejemplo para el pie de página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2/12/2025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8E274F5D-21DC-40EF-8DBA-AB9BB119E939}" type="slidenum">
              <a:rPr lang="en-US" smtClean="0"/>
              <a:pPr rtl="0"/>
              <a:t>‹Nº›</a:t>
            </a:fld>
            <a:endParaRPr lang="en-US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rtlCol="0"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"/>
              <a:t>Haga clic para agregar una instrucción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25957770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strucción 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Una luz roja y púrpura&#10;&#10;El contenido generado por inteligencia artificial puede ser incorrecto.">
            <a:extLst>
              <a:ext uri="{FF2B5EF4-FFF2-40B4-BE49-F238E27FC236}">
                <a16:creationId xmlns:a16="http://schemas.microsoft.com/office/drawing/2014/main" id="{2424DF04-0206-4859-9FB9-6A2579527E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8" t="38163" r="27927" b="109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2800" y="219456"/>
            <a:ext cx="2726376" cy="338328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Texto de ejemplo para el pie de página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20200" y="219456"/>
            <a:ext cx="1522740" cy="338328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2/12/2025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8E274F5D-21DC-40EF-8DBA-AB9BB119E939}" type="slidenum">
              <a:rPr lang="en-US" smtClean="0"/>
              <a:pPr rtl="0"/>
              <a:t>‹Nº›</a:t>
            </a:fld>
            <a:endParaRPr lang="en-US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52800" y="1405719"/>
            <a:ext cx="7353300" cy="4012442"/>
          </a:xfrm>
        </p:spPr>
        <p:txBody>
          <a:bodyPr rtlCol="0" anchor="t">
            <a:normAutofit/>
          </a:bodyPr>
          <a:lstStyle>
            <a:lvl1pPr marL="0" indent="0">
              <a:lnSpc>
                <a:spcPct val="85000"/>
              </a:lnSpc>
              <a:buNone/>
              <a:defRPr sz="54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8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"/>
              <a:t>Haga clic para agregar una instrucción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118644263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strucció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Un primer plano de un objeto multicolor&#10;&#10;El contenido generado por inteligencia artificial puede ser incorrecto.">
            <a:extLst>
              <a:ext uri="{FF2B5EF4-FFF2-40B4-BE49-F238E27FC236}">
                <a16:creationId xmlns:a16="http://schemas.microsoft.com/office/drawing/2014/main" id="{06D2715B-CAEE-9AAB-7191-D98012435C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5" r="1125" b="21235"/>
          <a:stretch>
            <a:fillRect/>
          </a:stretch>
        </p:blipFill>
        <p:spPr>
          <a:xfrm rot="10800000">
            <a:off x="0" y="875"/>
            <a:ext cx="12192000" cy="685712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38700" y="214858"/>
            <a:ext cx="2726376" cy="338328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2/12/2025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8E274F5D-21DC-40EF-8DBA-AB9BB119E939}" type="slidenum">
              <a:rPr lang="en-US" smtClean="0"/>
              <a:pPr rtl="0"/>
              <a:t>‹Nº›</a:t>
            </a:fld>
            <a:endParaRPr lang="en-US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838700" y="1740023"/>
            <a:ext cx="6310269" cy="4637725"/>
          </a:xfrm>
        </p:spPr>
        <p:txBody>
          <a:bodyPr rtlCol="0" anchor="b">
            <a:normAutofit/>
          </a:bodyPr>
          <a:lstStyle>
            <a:lvl1pPr marL="0" indent="0">
              <a:lnSpc>
                <a:spcPct val="85000"/>
              </a:lnSpc>
              <a:buNone/>
              <a:defRPr sz="48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28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2400" b="0" spc="-50" baseline="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"/>
              <a:t>Haga clic para agregar una instrucción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87349620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strucción 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Texto de ejemplo para el pie de página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2/12/2025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8E274F5D-21DC-40EF-8DBA-AB9BB119E939}" type="slidenum">
              <a:rPr lang="en-US" smtClean="0"/>
              <a:pPr rtl="0"/>
              <a:t>‹Nº›</a:t>
            </a:fld>
            <a:endParaRPr lang="en-US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133600"/>
            <a:ext cx="9393641" cy="4305299"/>
          </a:xfrm>
        </p:spPr>
        <p:txBody>
          <a:bodyPr rtlCol="0" anchor="b">
            <a:normAutofit/>
          </a:bodyPr>
          <a:lstStyle>
            <a:lvl1pPr marL="0" indent="0">
              <a:lnSpc>
                <a:spcPct val="85000"/>
              </a:lnSpc>
              <a:buNone/>
              <a:defRPr sz="72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5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8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"/>
              <a:t>Haga clic para agregar una instrucción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422772525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Un primer plano de un fondo colorido&#10;&#10;El contenido generado por inteligencia artificial puede ser incorrecto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rtlCol="0"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Autor de la cita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Texto de ejemplo para el pie de página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2/12/2025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8E274F5D-21DC-40EF-8DBA-AB9BB119E939}" type="slidenum">
              <a:rPr lang="en-US" smtClean="0"/>
              <a:pPr rtl="0"/>
              <a:t>‹Nº›</a:t>
            </a:fld>
            <a:endParaRPr lang="en-US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rtlCol="0"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"/>
              <a:t>Haga clic para agregar una cita</a:t>
            </a:r>
          </a:p>
        </p:txBody>
      </p:sp>
    </p:spTree>
    <p:extLst>
      <p:ext uri="{BB962C8B-B14F-4D97-AF65-F5344CB8AC3E}">
        <p14:creationId xmlns:p14="http://schemas.microsoft.com/office/powerpoint/2010/main" val="340107758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 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 descr="Un fondo negro con una luz roja y amarilla&#10;&#10;El contenido generado por inteligencia artificial puede ser incorrecto.">
            <a:extLst>
              <a:ext uri="{FF2B5EF4-FFF2-40B4-BE49-F238E27FC236}">
                <a16:creationId xmlns:a16="http://schemas.microsoft.com/office/drawing/2014/main" id="{027268CA-0348-F6FC-5FB0-87BADE436A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82" r="20481"/>
          <a:stretch>
            <a:fillRect/>
          </a:stretch>
        </p:blipFill>
        <p:spPr>
          <a:xfrm rot="5400000" flipH="1">
            <a:off x="2667001" y="-2667001"/>
            <a:ext cx="6858000" cy="1219200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392" y="5226427"/>
            <a:ext cx="8382001" cy="837861"/>
          </a:xfrm>
        </p:spPr>
        <p:txBody>
          <a:bodyPr rtlCol="0" anchor="t">
            <a:normAutofit/>
          </a:bodyPr>
          <a:lstStyle>
            <a:lvl1pPr>
              <a:lnSpc>
                <a:spcPct val="90000"/>
              </a:lnSpc>
              <a:defRPr sz="1400" b="0" cap="all" spc="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Autor de la cita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Texto de ejemplo para el pie de página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2/12/2025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8E274F5D-21DC-40EF-8DBA-AB9BB119E939}" type="slidenum">
              <a:rPr lang="en-US" smtClean="0"/>
              <a:pPr rtl="0"/>
              <a:t>‹Nº›</a:t>
            </a:fld>
            <a:endParaRPr lang="en-US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2392" y="2017401"/>
            <a:ext cx="8368707" cy="2981163"/>
          </a:xfrm>
        </p:spPr>
        <p:txBody>
          <a:bodyPr rtlCol="0" anchor="t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4600" spc="-50" baseline="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"/>
              <a:t>Haga clic para agregar una cita</a:t>
            </a:r>
          </a:p>
        </p:txBody>
      </p:sp>
    </p:spTree>
    <p:extLst>
      <p:ext uri="{BB962C8B-B14F-4D97-AF65-F5344CB8AC3E}">
        <p14:creationId xmlns:p14="http://schemas.microsoft.com/office/powerpoint/2010/main" val="370632441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 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 descr="Una luz colorida sobre un fondo negro&#10;&#10;El contenido generado por inteligencia artificial puede ser incorrecto.">
            <a:extLst>
              <a:ext uri="{FF2B5EF4-FFF2-40B4-BE49-F238E27FC236}">
                <a16:creationId xmlns:a16="http://schemas.microsoft.com/office/drawing/2014/main" id="{F0687863-E84B-D6E2-6049-AF65BB1972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1115568"/>
            <a:ext cx="12192000" cy="5742432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3982" y="5029200"/>
            <a:ext cx="8347118" cy="713232"/>
          </a:xfrm>
        </p:spPr>
        <p:txBody>
          <a:bodyPr rtlCol="0" anchor="t">
            <a:normAutofit/>
          </a:bodyPr>
          <a:lstStyle>
            <a:lvl1pPr>
              <a:lnSpc>
                <a:spcPct val="90000"/>
              </a:lnSpc>
              <a:defRPr sz="1400" b="0" cap="all" spc="-5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Autor de la cita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726376" cy="338328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2/12/2025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8E274F5D-21DC-40EF-8DBA-AB9BB119E939}" type="slidenum">
              <a:rPr lang="en-US" smtClean="0"/>
              <a:pPr rtl="0"/>
              <a:t>‹Nº›</a:t>
            </a:fld>
            <a:endParaRPr lang="en-US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3982" y="1115568"/>
            <a:ext cx="8347118" cy="3584448"/>
          </a:xfrm>
        </p:spPr>
        <p:txBody>
          <a:bodyPr rtlCol="0" anchor="ctr">
            <a:normAutofit/>
          </a:bodyPr>
          <a:lstStyle>
            <a:lvl1pPr marL="137160" indent="-13716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"/>
              <a:t>Haga clic para agregar una cita</a:t>
            </a:r>
          </a:p>
        </p:txBody>
      </p:sp>
    </p:spTree>
    <p:extLst>
      <p:ext uri="{BB962C8B-B14F-4D97-AF65-F5344CB8AC3E}">
        <p14:creationId xmlns:p14="http://schemas.microsoft.com/office/powerpoint/2010/main" val="9560133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 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Un primer plano de un objeto multicolor&#10;&#10;El contenido generado por inteligencia artificial puede ser incorrecto.">
            <a:extLst>
              <a:ext uri="{FF2B5EF4-FFF2-40B4-BE49-F238E27FC236}">
                <a16:creationId xmlns:a16="http://schemas.microsoft.com/office/drawing/2014/main" id="{52439AE8-E053-A902-BEE2-9CECF6AEA2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769" t="8943" r="104" b="13677"/>
          <a:stretch>
            <a:fillRect/>
          </a:stretch>
        </p:blipFill>
        <p:spPr>
          <a:xfrm>
            <a:off x="0" y="0"/>
            <a:ext cx="12192000" cy="6857125"/>
          </a:xfrm>
          <a:prstGeom prst="rect">
            <a:avLst/>
          </a:prstGeom>
        </p:spPr>
      </p:pic>
      <p:sp>
        <p:nvSpPr>
          <p:cNvPr id="9" name="Título 8">
            <a:extLst>
              <a:ext uri="{FF2B5EF4-FFF2-40B4-BE49-F238E27FC236}">
                <a16:creationId xmlns:a16="http://schemas.microsoft.com/office/drawing/2014/main" id="{FDFF10A2-0E03-73DB-5224-98043612F7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791" y="5151120"/>
            <a:ext cx="5446609" cy="806517"/>
          </a:xfrm>
        </p:spPr>
        <p:txBody>
          <a:bodyPr rtlCol="0" anchor="ctr"/>
          <a:lstStyle>
            <a:lvl1pPr>
              <a:defRPr sz="1400" cap="all" spc="10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Autor de la cita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726376" cy="338328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2/12/2025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8E274F5D-21DC-40EF-8DBA-AB9BB119E939}" type="slidenum">
              <a:rPr lang="en-US" smtClean="0"/>
              <a:pPr rtl="0"/>
              <a:t>‹Nº›</a:t>
            </a:fld>
            <a:endParaRPr lang="en-US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1501541"/>
            <a:ext cx="7342632" cy="3397064"/>
          </a:xfrm>
        </p:spPr>
        <p:txBody>
          <a:bodyPr rtlCol="0" anchor="ctr">
            <a:normAutofit/>
          </a:bodyPr>
          <a:lstStyle>
            <a:lvl1pPr marL="164592" indent="-164592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  <a:defRPr sz="4300" spc="-50" baseline="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"/>
              <a:t>Haga clic para agregar cita</a:t>
            </a:r>
          </a:p>
        </p:txBody>
      </p:sp>
    </p:spTree>
    <p:extLst>
      <p:ext uri="{BB962C8B-B14F-4D97-AF65-F5344CB8AC3E}">
        <p14:creationId xmlns:p14="http://schemas.microsoft.com/office/powerpoint/2010/main" val="268429144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 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06436" y="4671787"/>
            <a:ext cx="7179129" cy="1028700"/>
          </a:xfrm>
        </p:spPr>
        <p:txBody>
          <a:bodyPr rtlCol="0" anchor="ctr">
            <a:normAutofit/>
          </a:bodyPr>
          <a:lstStyle>
            <a:lvl1pPr algn="ctr">
              <a:lnSpc>
                <a:spcPct val="12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Autor de la cita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2/12/2025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8E274F5D-21DC-40EF-8DBA-AB9BB119E939}" type="slidenum">
              <a:rPr lang="en-US" smtClean="0"/>
              <a:pPr rtl="0"/>
              <a:t>‹Nº›</a:t>
            </a:fld>
            <a:endParaRPr lang="en-US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06435" y="1623265"/>
            <a:ext cx="7179130" cy="3048522"/>
          </a:xfrm>
        </p:spPr>
        <p:txBody>
          <a:bodyPr rtlCol="0" anchor="ctr">
            <a:normAutofit/>
          </a:bodyPr>
          <a:lstStyle>
            <a:lvl1pPr marL="137160" indent="-137160" algn="ctr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 spc="-50" baseline="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"/>
              <a:t>Haga clic para agregar una cita</a:t>
            </a:r>
          </a:p>
        </p:txBody>
      </p:sp>
    </p:spTree>
    <p:extLst>
      <p:ext uri="{BB962C8B-B14F-4D97-AF65-F5344CB8AC3E}">
        <p14:creationId xmlns:p14="http://schemas.microsoft.com/office/powerpoint/2010/main" val="3336785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2/12/2025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8E274F5D-21DC-40EF-8DBA-AB9BB119E939}" type="slidenum">
              <a:rPr lang="en-US" smtClean="0"/>
              <a:pPr rtl="0"/>
              <a:t>‹Nº›</a:t>
            </a:fld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</a:p>
        </p:txBody>
      </p:sp>
      <p:sp>
        <p:nvSpPr>
          <p:cNvPr id="8" name="Marcador de contenido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9726524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2/12/2025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8E274F5D-21DC-40EF-8DBA-AB9BB119E939}" type="slidenum">
              <a:rPr lang="en-US" smtClean="0"/>
              <a:pPr rtl="0"/>
              <a:t>‹Nº›</a:t>
            </a:fld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rtlCol="0"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rtlCol="0"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"/>
              <a:t>Haga clic para modificar los estilos de texto del patrón</a:t>
            </a:r>
          </a:p>
        </p:txBody>
      </p:sp>
      <p:sp>
        <p:nvSpPr>
          <p:cNvPr id="6" name="Marcador de contenido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66572072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Texto de ejemplo para el pie de página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2/12/2025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8E274F5D-21DC-40EF-8DBA-AB9BB119E939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704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2/12/2025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8E274F5D-21DC-40EF-8DBA-AB9BB119E939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41327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1115568"/>
            <a:ext cx="3363393" cy="1371600"/>
          </a:xfrm>
        </p:spPr>
        <p:txBody>
          <a:bodyPr rtlCol="0" anchor="t">
            <a:norm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14858"/>
            <a:ext cx="1485900" cy="338328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2/12/2025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8E274F5D-21DC-40EF-8DBA-AB9BB119E939}" type="slidenum">
              <a:rPr lang="en-US" smtClean="0"/>
              <a:pPr rtl="0"/>
              <a:t>‹Nº›</a:t>
            </a:fld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2393" y="2563585"/>
            <a:ext cx="3363393" cy="3684815"/>
          </a:xfrm>
        </p:spPr>
        <p:txBody>
          <a:bodyPr rtlCol="0" anchor="b"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"/>
              <a:t>Haga clic para modificar los estilos de texto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8700" y="1104900"/>
            <a:ext cx="6934200" cy="520128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400" dirty="0">
                <a:solidFill>
                  <a:schemeClr val="tx1"/>
                </a:solidFill>
              </a:defRPr>
            </a:lvl1pPr>
            <a:lvl2pPr>
              <a:defRPr lang="en-US" sz="1200" dirty="0">
                <a:solidFill>
                  <a:schemeClr val="tx1"/>
                </a:solidFill>
              </a:defRPr>
            </a:lvl2pPr>
            <a:lvl3pPr>
              <a:defRPr lang="en-US" sz="1200" dirty="0">
                <a:solidFill>
                  <a:schemeClr val="tx1"/>
                </a:solidFill>
              </a:defRPr>
            </a:lvl3pPr>
            <a:lvl4pPr>
              <a:defRPr lang="en-US" sz="1200" dirty="0">
                <a:solidFill>
                  <a:schemeClr val="tx1"/>
                </a:solidFill>
              </a:defRPr>
            </a:lvl4pPr>
            <a:lvl5pPr>
              <a:defRPr lang="en-US" sz="1200" dirty="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78542150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104901"/>
            <a:ext cx="2932434" cy="1600200"/>
          </a:xfrm>
        </p:spPr>
        <p:txBody>
          <a:bodyPr rtlCol="0" anchor="t">
            <a:norm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016929" cy="338328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19456"/>
            <a:ext cx="1429845" cy="338328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2/12/2025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7593" y="216280"/>
            <a:ext cx="560633" cy="338328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8E274F5D-21DC-40EF-8DBA-AB9BB119E939}" type="slidenum">
              <a:rPr lang="en-US" smtClean="0"/>
              <a:pPr rtl="0"/>
              <a:t>‹Nº›</a:t>
            </a:fld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866900" y="3345180"/>
            <a:ext cx="2620859" cy="3093720"/>
          </a:xfrm>
        </p:spPr>
        <p:txBody>
          <a:bodyPr rtlCol="0" anchor="b">
            <a:normAutofit/>
          </a:bodyPr>
          <a:lstStyle>
            <a:lvl1pPr marL="0" indent="0" algn="r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"/>
              <a:t>Haga clic para modificar los estilos de texto del patrón</a:t>
            </a:r>
          </a:p>
        </p:txBody>
      </p:sp>
      <p:sp>
        <p:nvSpPr>
          <p:cNvPr id="8" name="Marcador de posición de imagen 7">
            <a:extLst>
              <a:ext uri="{FF2B5EF4-FFF2-40B4-BE49-F238E27FC236}">
                <a16:creationId xmlns:a16="http://schemas.microsoft.com/office/drawing/2014/main" id="{3A723B90-4D46-48FC-60FC-714099462E4C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924129" y="1104900"/>
            <a:ext cx="7267870" cy="5753100"/>
          </a:xfrm>
          <a:custGeom>
            <a:avLst/>
            <a:gdLst>
              <a:gd name="connsiteX0" fmla="*/ 0 w 7353300"/>
              <a:gd name="connsiteY0" fmla="*/ 0 h 5901550"/>
              <a:gd name="connsiteX1" fmla="*/ 7353300 w 7353300"/>
              <a:gd name="connsiteY1" fmla="*/ 0 h 5901550"/>
              <a:gd name="connsiteX2" fmla="*/ 7353300 w 7353300"/>
              <a:gd name="connsiteY2" fmla="*/ 5901550 h 5901550"/>
              <a:gd name="connsiteX3" fmla="*/ 0 w 7353300"/>
              <a:gd name="connsiteY3" fmla="*/ 5901550 h 5901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53300" h="5901550">
                <a:moveTo>
                  <a:pt x="0" y="0"/>
                </a:moveTo>
                <a:lnTo>
                  <a:pt x="7353300" y="0"/>
                </a:lnTo>
                <a:lnTo>
                  <a:pt x="7353300" y="5901550"/>
                </a:lnTo>
                <a:lnTo>
                  <a:pt x="0" y="590155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 rtlCol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60416429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Una luz roja y púrpura&#10;&#10;El contenido generado por inteligencia artificial puede ser incorrecto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rtlCol="0"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2/12/2025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8E274F5D-21DC-40EF-8DBA-AB9BB119E939}" type="slidenum">
              <a:rPr lang="en-US" smtClean="0"/>
              <a:pPr rtl="0"/>
              <a:t>‹Nº›</a:t>
            </a:fld>
            <a:endParaRPr lang="en-US"/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49962341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ó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Una luz roja y púrpura&#10;&#10;El contenido generado por inteligencia artificial puede ser incorrecto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ítulo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 rtlCol="0"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2/12/2025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8E274F5D-21DC-40EF-8DBA-AB9BB119E939}" type="slidenum">
              <a:rPr lang="en-US" smtClean="0"/>
              <a:pPr rtl="0"/>
              <a:t>‹Nº›</a:t>
            </a:fld>
            <a:endParaRPr lang="en-US"/>
          </a:p>
        </p:txBody>
      </p:sp>
      <p:sp>
        <p:nvSpPr>
          <p:cNvPr id="12" name="Marcador de contenido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971199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2/12/2025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pPr rtl="0"/>
            <a:fld id="{8E274F5D-21DC-40EF-8DBA-AB9BB119E939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81553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 userDrawn="1">
          <p15:clr>
            <a:srgbClr val="F26B43"/>
          </p15:clr>
        </p15:guide>
        <p15:guide id="4" orient="horz" pos="264" userDrawn="1">
          <p15:clr>
            <a:srgbClr val="F26B43"/>
          </p15:clr>
        </p15:guide>
        <p15:guide id="5" pos="7416" userDrawn="1">
          <p15:clr>
            <a:srgbClr val="F26B43"/>
          </p15:clr>
        </p15:guide>
        <p15:guide id="12" pos="4632" userDrawn="1">
          <p15:clr>
            <a:srgbClr val="F26B43"/>
          </p15:clr>
        </p15:guide>
        <p15:guide id="13" pos="5544" userDrawn="1">
          <p15:clr>
            <a:srgbClr val="F26B43"/>
          </p15:clr>
        </p15:guide>
        <p15:guide id="26" pos="2784" userDrawn="1">
          <p15:clr>
            <a:srgbClr val="F26B43"/>
          </p15:clr>
        </p15:guide>
        <p15:guide id="27" pos="3048" userDrawn="1">
          <p15:clr>
            <a:srgbClr val="F26B43"/>
          </p15:clr>
        </p15:guide>
        <p15:guide id="29" pos="3960" userDrawn="1">
          <p15:clr>
            <a:srgbClr val="F26B43"/>
          </p15:clr>
        </p15:guide>
        <p15:guide id="30" pos="1176" userDrawn="1">
          <p15:clr>
            <a:srgbClr val="F26B43"/>
          </p15:clr>
        </p15:guide>
        <p15:guide id="31" pos="912" userDrawn="1">
          <p15:clr>
            <a:srgbClr val="F26B43"/>
          </p15:clr>
        </p15:guide>
        <p15:guide id="32" pos="3696" userDrawn="1">
          <p15:clr>
            <a:srgbClr val="F26B43"/>
          </p15:clr>
        </p15:guide>
        <p15:guide id="33" pos="1848" userDrawn="1">
          <p15:clr>
            <a:srgbClr val="F26B43"/>
          </p15:clr>
        </p15:guide>
        <p15:guide id="34" pos="2112" userDrawn="1">
          <p15:clr>
            <a:srgbClr val="F26B43"/>
          </p15:clr>
        </p15:guide>
        <p15:guide id="36" pos="6528" userDrawn="1">
          <p15:clr>
            <a:srgbClr val="F26B43"/>
          </p15:clr>
        </p15:guide>
        <p15:guide id="37" pos="6744" userDrawn="1">
          <p15:clr>
            <a:srgbClr val="F26B43"/>
          </p15:clr>
        </p15:guide>
        <p15:guide id="42" orient="horz" pos="3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C3E88B-4945-54D8-11D2-E359BB0736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922374-82B3-6F57-68F9-AC6B54E572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10" name="Marcador de posición de imagen 9">
            <a:extLst>
              <a:ext uri="{FF2B5EF4-FFF2-40B4-BE49-F238E27FC236}">
                <a16:creationId xmlns:a16="http://schemas.microsoft.com/office/drawing/2014/main" id="{ACF5D913-9C8C-4E48-9490-7617427005B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84" r="19184"/>
          <a:stretch>
            <a:fillRect/>
          </a:stretch>
        </p:blipFill>
        <p:spPr/>
      </p:pic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A4D9B30-1AA8-9924-5620-B0FF41EC9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6" name="Marcador de fecha 5">
            <a:extLst>
              <a:ext uri="{FF2B5EF4-FFF2-40B4-BE49-F238E27FC236}">
                <a16:creationId xmlns:a16="http://schemas.microsoft.com/office/drawing/2014/main" id="{8D6F6B01-902D-A400-3301-B6C9DAF5A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US"/>
              <a:t>2/12/2025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566DD1B-31E0-B6E0-FC31-DE468A05F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E274F5D-21DC-40EF-8DBA-AB9BB119E939}" type="slidenum">
              <a:rPr lang="en-US" smtClean="0"/>
              <a:pPr rtl="0"/>
              <a:t>1</a:t>
            </a:fld>
            <a:endParaRPr lang="en-US"/>
          </a:p>
        </p:txBody>
      </p:sp>
      <p:sp>
        <p:nvSpPr>
          <p:cNvPr id="8" name="Freeform 2">
            <a:extLst>
              <a:ext uri="{FF2B5EF4-FFF2-40B4-BE49-F238E27FC236}">
                <a16:creationId xmlns:a16="http://schemas.microsoft.com/office/drawing/2014/main" id="{04A13FFA-AF12-3604-F351-3198B2940747}"/>
              </a:ext>
            </a:extLst>
          </p:cNvPr>
          <p:cNvSpPr/>
          <p:nvPr/>
        </p:nvSpPr>
        <p:spPr>
          <a:xfrm>
            <a:off x="0" y="-49686"/>
            <a:ext cx="12192000" cy="6907685"/>
          </a:xfrm>
          <a:custGeom>
            <a:avLst/>
            <a:gdLst/>
            <a:ahLst/>
            <a:cxnLst/>
            <a:rect l="l" t="t" r="r" b="b"/>
            <a:pathLst>
              <a:path w="18288000" h="10292469">
                <a:moveTo>
                  <a:pt x="0" y="0"/>
                </a:moveTo>
                <a:lnTo>
                  <a:pt x="18288000" y="0"/>
                </a:lnTo>
                <a:lnTo>
                  <a:pt x="18288000" y="10292469"/>
                </a:lnTo>
                <a:lnTo>
                  <a:pt x="0" y="10292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87101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11ABE8-241A-C850-277B-A797A6E589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214C8ED-63D7-711D-4B02-39A0CD2E90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19" name="Marcador de posición de imagen 18">
            <a:extLst>
              <a:ext uri="{FF2B5EF4-FFF2-40B4-BE49-F238E27FC236}">
                <a16:creationId xmlns:a16="http://schemas.microsoft.com/office/drawing/2014/main" id="{598BF56B-23F5-4884-9FE0-9FA90951DDC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68" b="27468"/>
          <a:stretch>
            <a:fillRect/>
          </a:stretch>
        </p:blipFill>
        <p:spPr/>
      </p:pic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13BD27F-5F1E-3AEC-CA3F-4F40AAEA6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6" name="Marcador de fecha 5">
            <a:extLst>
              <a:ext uri="{FF2B5EF4-FFF2-40B4-BE49-F238E27FC236}">
                <a16:creationId xmlns:a16="http://schemas.microsoft.com/office/drawing/2014/main" id="{C1C0A40F-D55D-8E17-A6B6-C2AAC45DC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US"/>
              <a:t>2/12/2025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1241494-7BAD-E767-D64B-C225C1631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E274F5D-21DC-40EF-8DBA-AB9BB119E939}" type="slidenum">
              <a:rPr lang="en-US" smtClean="0"/>
              <a:pPr rtl="0"/>
              <a:t>2</a:t>
            </a:fld>
            <a:endParaRPr lang="en-US"/>
          </a:p>
        </p:txBody>
      </p:sp>
      <p:sp>
        <p:nvSpPr>
          <p:cNvPr id="9" name="Freeform 2">
            <a:extLst>
              <a:ext uri="{FF2B5EF4-FFF2-40B4-BE49-F238E27FC236}">
                <a16:creationId xmlns:a16="http://schemas.microsoft.com/office/drawing/2014/main" id="{E8A373E7-B7A1-6960-F052-D708FF4AB9F2}"/>
              </a:ext>
            </a:extLst>
          </p:cNvPr>
          <p:cNvSpPr/>
          <p:nvPr/>
        </p:nvSpPr>
        <p:spPr>
          <a:xfrm>
            <a:off x="0" y="-43050"/>
            <a:ext cx="12192000" cy="7586850"/>
          </a:xfrm>
          <a:custGeom>
            <a:avLst/>
            <a:gdLst/>
            <a:ahLst/>
            <a:cxnLst/>
            <a:rect l="l" t="t" r="r" b="b"/>
            <a:pathLst>
              <a:path w="18278283" h="10287000">
                <a:moveTo>
                  <a:pt x="0" y="0"/>
                </a:moveTo>
                <a:lnTo>
                  <a:pt x="18278283" y="0"/>
                </a:lnTo>
                <a:lnTo>
                  <a:pt x="1827828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3">
            <a:extLst>
              <a:ext uri="{FF2B5EF4-FFF2-40B4-BE49-F238E27FC236}">
                <a16:creationId xmlns:a16="http://schemas.microsoft.com/office/drawing/2014/main" id="{819EF63C-2625-EC3B-B9CB-65ED6C71F47D}"/>
              </a:ext>
            </a:extLst>
          </p:cNvPr>
          <p:cNvSpPr/>
          <p:nvPr/>
        </p:nvSpPr>
        <p:spPr>
          <a:xfrm>
            <a:off x="4803224" y="64334"/>
            <a:ext cx="2242977" cy="838693"/>
          </a:xfrm>
          <a:custGeom>
            <a:avLst/>
            <a:gdLst/>
            <a:ahLst/>
            <a:cxnLst/>
            <a:rect l="l" t="t" r="r" b="b"/>
            <a:pathLst>
              <a:path w="4289488" h="1584728">
                <a:moveTo>
                  <a:pt x="0" y="0"/>
                </a:moveTo>
                <a:lnTo>
                  <a:pt x="4289488" y="0"/>
                </a:lnTo>
                <a:lnTo>
                  <a:pt x="4289488" y="1584728"/>
                </a:lnTo>
                <a:lnTo>
                  <a:pt x="0" y="15847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Freeform 4">
            <a:extLst>
              <a:ext uri="{FF2B5EF4-FFF2-40B4-BE49-F238E27FC236}">
                <a16:creationId xmlns:a16="http://schemas.microsoft.com/office/drawing/2014/main" id="{68B382C0-53F9-BF0F-BAD0-90234A08BB4C}"/>
              </a:ext>
            </a:extLst>
          </p:cNvPr>
          <p:cNvSpPr/>
          <p:nvPr/>
        </p:nvSpPr>
        <p:spPr>
          <a:xfrm>
            <a:off x="1490392" y="-392434"/>
            <a:ext cx="1214232" cy="1480387"/>
          </a:xfrm>
          <a:custGeom>
            <a:avLst/>
            <a:gdLst/>
            <a:ahLst/>
            <a:cxnLst/>
            <a:rect l="l" t="t" r="r" b="b"/>
            <a:pathLst>
              <a:path w="1820380" h="2220580">
                <a:moveTo>
                  <a:pt x="0" y="0"/>
                </a:moveTo>
                <a:lnTo>
                  <a:pt x="1820379" y="0"/>
                </a:lnTo>
                <a:lnTo>
                  <a:pt x="1820379" y="2220580"/>
                </a:lnTo>
                <a:lnTo>
                  <a:pt x="0" y="22205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78EB8AF6-FAAC-FEB9-C171-841A43E573B6}"/>
              </a:ext>
            </a:extLst>
          </p:cNvPr>
          <p:cNvSpPr/>
          <p:nvPr/>
        </p:nvSpPr>
        <p:spPr>
          <a:xfrm>
            <a:off x="8640858" y="-47183"/>
            <a:ext cx="1956485" cy="1181747"/>
          </a:xfrm>
          <a:custGeom>
            <a:avLst/>
            <a:gdLst/>
            <a:ahLst/>
            <a:cxnLst/>
            <a:rect l="l" t="t" r="r" b="b"/>
            <a:pathLst>
              <a:path w="2933169" h="1772620">
                <a:moveTo>
                  <a:pt x="0" y="0"/>
                </a:moveTo>
                <a:lnTo>
                  <a:pt x="2933169" y="0"/>
                </a:lnTo>
                <a:lnTo>
                  <a:pt x="2933169" y="1772620"/>
                </a:lnTo>
                <a:lnTo>
                  <a:pt x="0" y="17726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MX" dirty="0"/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40B73D64-0EA2-B195-BFF8-62E3BBB98B56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866900" y="-265889"/>
            <a:ext cx="8458200" cy="526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7094" tIns="49197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 sz="2800"/>
          </a:p>
        </p:txBody>
      </p:sp>
      <p:grpSp>
        <p:nvGrpSpPr>
          <p:cNvPr id="14" name="Group 137">
            <a:extLst>
              <a:ext uri="{FF2B5EF4-FFF2-40B4-BE49-F238E27FC236}">
                <a16:creationId xmlns:a16="http://schemas.microsoft.com/office/drawing/2014/main" id="{C8E99BAA-9504-6AC7-B20E-8EF3BF411493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2244724" y="349901"/>
            <a:ext cx="101323" cy="45719"/>
            <a:chOff x="595" y="211"/>
            <a:chExt cx="230" cy="245"/>
          </a:xfrm>
          <a:solidFill>
            <a:srgbClr val="0F7B2E"/>
          </a:solidFill>
        </p:grpSpPr>
        <p:sp>
          <p:nvSpPr>
            <p:cNvPr id="15" name="Rectangle 139">
              <a:extLst>
                <a:ext uri="{FF2B5EF4-FFF2-40B4-BE49-F238E27FC236}">
                  <a16:creationId xmlns:a16="http://schemas.microsoft.com/office/drawing/2014/main" id="{C05F2077-E515-192E-D00F-A534183061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" y="211"/>
              <a:ext cx="230" cy="24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MX" sz="2800"/>
            </a:p>
          </p:txBody>
        </p:sp>
        <p:sp>
          <p:nvSpPr>
            <p:cNvPr id="16" name="Freeform 138">
              <a:extLst>
                <a:ext uri="{FF2B5EF4-FFF2-40B4-BE49-F238E27FC236}">
                  <a16:creationId xmlns:a16="http://schemas.microsoft.com/office/drawing/2014/main" id="{F9F4B0D9-F690-C5CF-A328-596FBA4476E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" y="214"/>
              <a:ext cx="230" cy="241"/>
            </a:xfrm>
            <a:custGeom>
              <a:avLst/>
              <a:gdLst>
                <a:gd name="T0" fmla="+- 0 825 595"/>
                <a:gd name="T1" fmla="*/ T0 w 230"/>
                <a:gd name="T2" fmla="+- 0 214 214"/>
                <a:gd name="T3" fmla="*/ 214 h 241"/>
                <a:gd name="T4" fmla="+- 0 595 595"/>
                <a:gd name="T5" fmla="*/ T4 w 230"/>
                <a:gd name="T6" fmla="+- 0 455 214"/>
                <a:gd name="T7" fmla="*/ 455 h 241"/>
                <a:gd name="T8" fmla="+- 0 825 595"/>
                <a:gd name="T9" fmla="*/ T8 w 230"/>
                <a:gd name="T10" fmla="+- 0 455 214"/>
                <a:gd name="T11" fmla="*/ 455 h 241"/>
                <a:gd name="T12" fmla="+- 0 825 595"/>
                <a:gd name="T13" fmla="*/ T12 w 230"/>
                <a:gd name="T14" fmla="+- 0 214 214"/>
                <a:gd name="T15" fmla="*/ 214 h 241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0" h="241">
                  <a:moveTo>
                    <a:pt x="230" y="0"/>
                  </a:moveTo>
                  <a:lnTo>
                    <a:pt x="0" y="241"/>
                  </a:lnTo>
                  <a:lnTo>
                    <a:pt x="230" y="241"/>
                  </a:lnTo>
                  <a:lnTo>
                    <a:pt x="23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MX" sz="2800"/>
            </a:p>
          </p:txBody>
        </p:sp>
      </p:grpSp>
      <p:sp>
        <p:nvSpPr>
          <p:cNvPr id="17" name="Rectangle 5">
            <a:extLst>
              <a:ext uri="{FF2B5EF4-FFF2-40B4-BE49-F238E27FC236}">
                <a16:creationId xmlns:a16="http://schemas.microsoft.com/office/drawing/2014/main" id="{E151059F-C6A1-AC3F-25F0-49F682D464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0879" y="896396"/>
            <a:ext cx="10325100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MX" sz="4000" b="1" i="0" u="none" strike="noStrike" cap="none" normalizeH="0" baseline="0" dirty="0">
                <a:ln>
                  <a:noFill/>
                </a:ln>
                <a:solidFill>
                  <a:srgbClr val="D2212E"/>
                </a:solidFill>
                <a:effectLst/>
                <a:latin typeface="Abhaya Libre ExtraBold" panose="02000803000000000000" pitchFamily="2" charset="0"/>
                <a:ea typeface="Trebuchet MS" panose="020B0603020202020204" pitchFamily="34" charset="0"/>
                <a:cs typeface="Abhaya Libre ExtraBold" panose="02000803000000000000" pitchFamily="2" charset="0"/>
              </a:rPr>
              <a:t>Martes, 02 de junio de 2026</a:t>
            </a:r>
            <a:endParaRPr kumimoji="0" lang="es-ES" altLang="es-MX" sz="4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bhaya Libre ExtraBold" panose="02000803000000000000" pitchFamily="2" charset="0"/>
              <a:ea typeface="Trebuchet MS" panose="020B0603020202020204" pitchFamily="34" charset="0"/>
              <a:cs typeface="Abhaya Libre ExtraBold" panose="02000803000000000000" pitchFamily="2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ES" altLang="es-MX" sz="3200" b="1" i="0" u="none" strike="noStrike" cap="none" normalizeH="0" baseline="0" dirty="0">
                <a:ln>
                  <a:noFill/>
                </a:ln>
                <a:solidFill>
                  <a:srgbClr val="0E7C2F"/>
                </a:solidFill>
                <a:effectLst/>
                <a:latin typeface="Abhaya Libre ExtraBold" panose="02000803000000000000" pitchFamily="2" charset="0"/>
                <a:ea typeface="Roboto" panose="02000000000000000000" pitchFamily="2" charset="0"/>
                <a:cs typeface="Abhaya Libre ExtraBold" panose="02000803000000000000" pitchFamily="2" charset="0"/>
              </a:rPr>
              <a:t>Inauguración</a:t>
            </a:r>
            <a:endParaRPr kumimoji="0" lang="es-MX" altLang="es-MX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bhaya Libre ExtraBold" panose="02000803000000000000" pitchFamily="2" charset="0"/>
              <a:cs typeface="Abhaya Libre ExtraBold" panose="02000803000000000000" pitchFamily="2" charset="0"/>
            </a:endParaRPr>
          </a:p>
          <a:p>
            <a:pPr lvl="1"/>
            <a:r>
              <a:rPr kumimoji="0" lang="es-ES" altLang="es-MX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bhaya Libre ExtraBold" panose="02000803000000000000" pitchFamily="2" charset="0"/>
                <a:ea typeface="Roboto" panose="02000000000000000000" pitchFamily="2" charset="0"/>
                <a:cs typeface="Abhaya Libre ExtraBold" panose="02000803000000000000" pitchFamily="2" charset="0"/>
              </a:rPr>
              <a:t>Lugar:</a:t>
            </a:r>
            <a:r>
              <a:rPr kumimoji="0" lang="es-CO" altLang="es-MX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bhaya Libre ExtraBold" panose="02000803000000000000" pitchFamily="2" charset="0"/>
                <a:ea typeface="Roboto" panose="02000000000000000000" pitchFamily="2" charset="0"/>
                <a:cs typeface="Abhaya Libre ExtraBold" panose="02000803000000000000" pitchFamily="2" charset="0"/>
              </a:rPr>
              <a:t> Salón Azul del GAD Provincial de Morona Santiago</a:t>
            </a:r>
            <a:endParaRPr kumimoji="0" lang="es-MX" altLang="es-MX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bhaya Libre ExtraBold" panose="02000803000000000000" pitchFamily="2" charset="0"/>
              <a:cs typeface="Abhaya Libre ExtraBold" panose="02000803000000000000" pitchFamily="2" charset="0"/>
            </a:endParaRPr>
          </a:p>
          <a:p>
            <a:pPr lvl="1"/>
            <a:r>
              <a:rPr kumimoji="0" lang="es-ES" altLang="es-MX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bhaya Libre ExtraBold" panose="02000803000000000000" pitchFamily="2" charset="0"/>
                <a:ea typeface="Roboto" panose="02000000000000000000" pitchFamily="2" charset="0"/>
                <a:cs typeface="Abhaya Libre ExtraBold" panose="02000803000000000000" pitchFamily="2" charset="0"/>
              </a:rPr>
              <a:t>Hora:</a:t>
            </a:r>
            <a:r>
              <a:rPr kumimoji="0" lang="es-ES" altLang="es-MX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bhaya Libre ExtraBold" panose="02000803000000000000" pitchFamily="2" charset="0"/>
                <a:ea typeface="Roboto" panose="02000000000000000000" pitchFamily="2" charset="0"/>
                <a:cs typeface="Abhaya Libre ExtraBold" panose="02000803000000000000" pitchFamily="2" charset="0"/>
              </a:rPr>
              <a:t> </a:t>
            </a:r>
            <a:r>
              <a:rPr kumimoji="0" lang="es-CO" altLang="es-MX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bhaya Libre ExtraBold" panose="02000803000000000000" pitchFamily="2" charset="0"/>
                <a:ea typeface="Roboto" panose="02000000000000000000" pitchFamily="2" charset="0"/>
                <a:cs typeface="Abhaya Libre ExtraBold" panose="02000803000000000000" pitchFamily="2" charset="0"/>
              </a:rPr>
              <a:t>08h00 </a:t>
            </a:r>
            <a:endParaRPr kumimoji="0" lang="es-MX" altLang="es-MX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bhaya Libre ExtraBold" panose="02000803000000000000" pitchFamily="2" charset="0"/>
              <a:cs typeface="Abhaya Libre ExtraBold" panose="02000803000000000000" pitchFamily="2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ES" altLang="es-MX" sz="3200" b="1" i="0" u="none" strike="noStrike" cap="none" normalizeH="0" baseline="0" dirty="0">
                <a:ln>
                  <a:noFill/>
                </a:ln>
                <a:solidFill>
                  <a:srgbClr val="0E7C2F"/>
                </a:solidFill>
                <a:effectLst/>
                <a:latin typeface="Abhaya Libre ExtraBold" panose="02000803000000000000" pitchFamily="2" charset="0"/>
                <a:ea typeface="Roboto" panose="02000000000000000000" pitchFamily="2" charset="0"/>
                <a:cs typeface="Abhaya Libre ExtraBold" panose="02000803000000000000" pitchFamily="2" charset="0"/>
              </a:rPr>
              <a:t>VI Congreso Internacional Ciencia y Tecnología Morona Santiago </a:t>
            </a:r>
            <a:endParaRPr kumimoji="0" lang="es-MX" altLang="es-MX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bhaya Libre ExtraBold" panose="02000803000000000000" pitchFamily="2" charset="0"/>
              <a:cs typeface="Abhaya Libre ExtraBold" panose="02000803000000000000" pitchFamily="2" charset="0"/>
            </a:endParaRPr>
          </a:p>
          <a:p>
            <a:pPr lvl="1"/>
            <a:r>
              <a:rPr kumimoji="0" lang="es-ES" altLang="es-MX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bhaya Libre ExtraBold" panose="02000803000000000000" pitchFamily="2" charset="0"/>
                <a:ea typeface="Roboto" panose="02000000000000000000" pitchFamily="2" charset="0"/>
                <a:cs typeface="Abhaya Libre ExtraBold" panose="02000803000000000000" pitchFamily="2" charset="0"/>
              </a:rPr>
              <a:t>Lugar:</a:t>
            </a:r>
            <a:r>
              <a:rPr kumimoji="0" lang="es-ES" altLang="es-MX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bhaya Libre ExtraBold" panose="02000803000000000000" pitchFamily="2" charset="0"/>
                <a:ea typeface="Roboto" panose="02000000000000000000" pitchFamily="2" charset="0"/>
                <a:cs typeface="Abhaya Libre ExtraBold" panose="02000803000000000000" pitchFamily="2" charset="0"/>
              </a:rPr>
              <a:t> </a:t>
            </a:r>
            <a:r>
              <a:rPr kumimoji="0" lang="es-CO" altLang="es-MX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bhaya Libre ExtraBold" panose="02000803000000000000" pitchFamily="2" charset="0"/>
                <a:ea typeface="Roboto" panose="02000000000000000000" pitchFamily="2" charset="0"/>
                <a:cs typeface="Abhaya Libre ExtraBold" panose="02000803000000000000" pitchFamily="2" charset="0"/>
              </a:rPr>
              <a:t>Salón Azul del GAD Provincial de Morona Santiago</a:t>
            </a:r>
            <a:endParaRPr kumimoji="0" lang="es-MX" altLang="es-MX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bhaya Libre ExtraBold" panose="02000803000000000000" pitchFamily="2" charset="0"/>
              <a:cs typeface="Abhaya Libre ExtraBold" panose="02000803000000000000" pitchFamily="2" charset="0"/>
            </a:endParaRPr>
          </a:p>
          <a:p>
            <a:pPr lvl="1"/>
            <a:r>
              <a:rPr kumimoji="0" lang="es-ES" altLang="es-MX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bhaya Libre ExtraBold" panose="02000803000000000000" pitchFamily="2" charset="0"/>
                <a:ea typeface="Roboto" panose="02000000000000000000" pitchFamily="2" charset="0"/>
                <a:cs typeface="Abhaya Libre ExtraBold" panose="02000803000000000000" pitchFamily="2" charset="0"/>
              </a:rPr>
              <a:t>Horario: </a:t>
            </a:r>
            <a:r>
              <a:rPr lang="es-CO" sz="2000" dirty="0">
                <a:solidFill>
                  <a:schemeClr val="bg1"/>
                </a:solidFill>
                <a:latin typeface="Abhaya Libre ExtraBold" panose="02000803000000000000" pitchFamily="2" charset="0"/>
                <a:ea typeface="Roboto" panose="02000000000000000000" pitchFamily="2" charset="0"/>
                <a:cs typeface="Abhaya Libre ExtraBold" panose="02000803000000000000" pitchFamily="2" charset="0"/>
              </a:rPr>
              <a:t>08h00 - 12h00 / 14h00 - 18h00</a:t>
            </a:r>
            <a:endParaRPr lang="es-MX" sz="2000" dirty="0">
              <a:solidFill>
                <a:schemeClr val="bg1"/>
              </a:solidFill>
              <a:latin typeface="Abhaya Libre ExtraBold" panose="02000803000000000000" pitchFamily="2" charset="0"/>
              <a:ea typeface="Roboto" panose="02000000000000000000" pitchFamily="2" charset="0"/>
              <a:cs typeface="Abhaya Libre ExtraBold" panose="02000803000000000000" pitchFamily="2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O" altLang="es-MX" sz="3200" b="1" i="0" u="none" strike="noStrike" cap="none" normalizeH="0" baseline="0" dirty="0">
                <a:ln>
                  <a:noFill/>
                </a:ln>
                <a:solidFill>
                  <a:srgbClr val="0E7C2F"/>
                </a:solidFill>
                <a:effectLst/>
                <a:latin typeface="Abhaya Libre ExtraBold" panose="02000803000000000000" pitchFamily="2" charset="0"/>
                <a:ea typeface="Roboto" panose="02000000000000000000" pitchFamily="2" charset="0"/>
                <a:cs typeface="Abhaya Libre ExtraBold" panose="02000803000000000000" pitchFamily="2" charset="0"/>
              </a:rPr>
              <a:t>Workshop: </a:t>
            </a:r>
            <a:r>
              <a:rPr kumimoji="0" lang="es-MX" altLang="es-MX" sz="3200" b="1" i="0" u="none" strike="noStrike" cap="none" normalizeH="0" baseline="0" dirty="0">
                <a:ln>
                  <a:noFill/>
                </a:ln>
                <a:solidFill>
                  <a:srgbClr val="0E7C2F"/>
                </a:solidFill>
                <a:effectLst/>
                <a:latin typeface="Abhaya Libre ExtraBold" panose="02000803000000000000" pitchFamily="2" charset="0"/>
                <a:ea typeface="Roboto" panose="02000000000000000000" pitchFamily="2" charset="0"/>
                <a:cs typeface="Abhaya Libre ExtraBold" panose="02000803000000000000" pitchFamily="2" charset="0"/>
              </a:rPr>
              <a:t>Huella Digital y OSINT: cómo la información pública puede convertirse en un riesgo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ES" altLang="es-MX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bhaya Libre ExtraBold" panose="02000803000000000000" pitchFamily="2" charset="0"/>
                <a:ea typeface="Roboto" panose="02000000000000000000" pitchFamily="2" charset="0"/>
                <a:cs typeface="Abhaya Libre ExtraBold" panose="02000803000000000000" pitchFamily="2" charset="0"/>
              </a:rPr>
              <a:t>Facilitador: </a:t>
            </a:r>
            <a:r>
              <a:rPr kumimoji="0" lang="es-ES" altLang="es-MX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bhaya Libre ExtraBold" panose="02000803000000000000" pitchFamily="2" charset="0"/>
                <a:ea typeface="Roboto" panose="02000000000000000000" pitchFamily="2" charset="0"/>
                <a:cs typeface="Abhaya Libre ExtraBold" panose="02000803000000000000" pitchFamily="2" charset="0"/>
              </a:rPr>
              <a:t>Ing</a:t>
            </a:r>
            <a:r>
              <a:rPr kumimoji="0" lang="es-ES" altLang="es-MX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bhaya Libre ExtraBold" panose="02000803000000000000" pitchFamily="2" charset="0"/>
                <a:ea typeface="Roboto" panose="02000000000000000000" pitchFamily="2" charset="0"/>
                <a:cs typeface="Abhaya Libre ExtraBold" panose="02000803000000000000" pitchFamily="2" charset="0"/>
              </a:rPr>
              <a:t> Ruth Barba Vera </a:t>
            </a:r>
            <a:r>
              <a:rPr kumimoji="0" lang="es-ES" altLang="es-MX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bhaya Libre ExtraBold" panose="02000803000000000000" pitchFamily="2" charset="0"/>
                <a:ea typeface="Roboto" panose="02000000000000000000" pitchFamily="2" charset="0"/>
                <a:cs typeface="Abhaya Libre ExtraBold" panose="02000803000000000000" pitchFamily="2" charset="0"/>
              </a:rPr>
              <a:t>Ph.D</a:t>
            </a:r>
            <a:r>
              <a:rPr kumimoji="0" lang="es-ES" altLang="es-MX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bhaya Libre ExtraBold" panose="02000803000000000000" pitchFamily="2" charset="0"/>
                <a:ea typeface="Roboto" panose="02000000000000000000" pitchFamily="2" charset="0"/>
                <a:cs typeface="Abhaya Libre ExtraBold" panose="02000803000000000000" pitchFamily="2" charset="0"/>
              </a:rPr>
              <a:t>.</a:t>
            </a:r>
            <a:endParaRPr kumimoji="0" lang="es-MX" altLang="es-MX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bhaya Libre ExtraBold" panose="02000803000000000000" pitchFamily="2" charset="0"/>
              <a:cs typeface="Abhaya Libre ExtraBold" panose="02000803000000000000" pitchFamily="2" charset="0"/>
            </a:endParaRPr>
          </a:p>
          <a:p>
            <a:pPr lvl="1"/>
            <a:r>
              <a:rPr kumimoji="0" lang="es-ES" altLang="es-MX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bhaya Libre ExtraBold" panose="02000803000000000000" pitchFamily="2" charset="0"/>
                <a:ea typeface="Roboto" panose="02000000000000000000" pitchFamily="2" charset="0"/>
                <a:cs typeface="Abhaya Libre ExtraBold" panose="02000803000000000000" pitchFamily="2" charset="0"/>
              </a:rPr>
              <a:t>Lugar:</a:t>
            </a:r>
            <a:r>
              <a:rPr kumimoji="0" lang="es-ES" altLang="es-MX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bhaya Libre ExtraBold" panose="02000803000000000000" pitchFamily="2" charset="0"/>
                <a:ea typeface="Roboto" panose="02000000000000000000" pitchFamily="2" charset="0"/>
                <a:cs typeface="Abhaya Libre ExtraBold" panose="02000803000000000000" pitchFamily="2" charset="0"/>
              </a:rPr>
              <a:t> Laboratorio de informática de la Sede Morona Santiago</a:t>
            </a:r>
            <a:endParaRPr kumimoji="0" lang="es-MX" altLang="es-MX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bhaya Libre ExtraBold" panose="02000803000000000000" pitchFamily="2" charset="0"/>
              <a:cs typeface="Abhaya Libre ExtraBold" panose="02000803000000000000" pitchFamily="2" charset="0"/>
            </a:endParaRPr>
          </a:p>
          <a:p>
            <a:pPr lvl="1"/>
            <a:r>
              <a:rPr kumimoji="0" lang="es-ES" altLang="es-MX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bhaya Libre ExtraBold" panose="02000803000000000000" pitchFamily="2" charset="0"/>
                <a:ea typeface="Roboto" panose="02000000000000000000" pitchFamily="2" charset="0"/>
                <a:cs typeface="Abhaya Libre ExtraBold" panose="02000803000000000000" pitchFamily="2" charset="0"/>
              </a:rPr>
              <a:t>Horario:</a:t>
            </a:r>
            <a:r>
              <a:rPr kumimoji="0" lang="es-ES" altLang="es-MX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bhaya Libre ExtraBold" panose="02000803000000000000" pitchFamily="2" charset="0"/>
                <a:ea typeface="Roboto" panose="02000000000000000000" pitchFamily="2" charset="0"/>
                <a:cs typeface="Abhaya Libre ExtraBold" panose="02000803000000000000" pitchFamily="2" charset="0"/>
              </a:rPr>
              <a:t> </a:t>
            </a:r>
            <a:r>
              <a:rPr kumimoji="0" lang="es-CO" altLang="es-MX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bhaya Libre ExtraBold" panose="02000803000000000000" pitchFamily="2" charset="0"/>
                <a:ea typeface="Roboto" panose="02000000000000000000" pitchFamily="2" charset="0"/>
                <a:cs typeface="Abhaya Libre ExtraBold" panose="02000803000000000000" pitchFamily="2" charset="0"/>
              </a:rPr>
              <a:t>10h00 - 12h00</a:t>
            </a:r>
            <a:endParaRPr kumimoji="0" lang="es-CO" altLang="es-MX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bhaya Libre ExtraBold" panose="02000803000000000000" pitchFamily="2" charset="0"/>
              <a:cs typeface="Abhaya Libre ExtraBold" panose="02000803000000000000" pitchFamily="2" charset="0"/>
            </a:endParaRP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F509D4B4-95A2-4CD2-A379-44E0F6A426E1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03" y="4573607"/>
            <a:ext cx="1375480" cy="382033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D6ABF119-0731-477F-BE33-1EA698B12199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054" y="2066078"/>
            <a:ext cx="1115825" cy="1115825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368F4E8D-B8B0-45DE-968C-C8A6CD43F33C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55" y="3109313"/>
            <a:ext cx="1233337" cy="1233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890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5B35B-C1C5-7BE4-BED1-9042361F6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AB6647-AA24-B6A2-D8C0-D24BBFBD09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32CD497-696A-86FF-276C-A9C537CD18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posición de imagen 3">
            <a:extLst>
              <a:ext uri="{FF2B5EF4-FFF2-40B4-BE49-F238E27FC236}">
                <a16:creationId xmlns:a16="http://schemas.microsoft.com/office/drawing/2014/main" id="{20435281-04C5-6985-9CC0-4CA15F7D043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559F73-FEA5-80F8-72F3-867697279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6" name="Marcador de fecha 5">
            <a:extLst>
              <a:ext uri="{FF2B5EF4-FFF2-40B4-BE49-F238E27FC236}">
                <a16:creationId xmlns:a16="http://schemas.microsoft.com/office/drawing/2014/main" id="{43D43CEF-6EDA-741D-34B2-E08BC3B48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US"/>
              <a:t>2/12/2025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9643087-B18D-1928-9005-0D4517345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E274F5D-21DC-40EF-8DBA-AB9BB119E939}" type="slidenum">
              <a:rPr lang="en-US" smtClean="0"/>
              <a:pPr rtl="0"/>
              <a:t>3</a:t>
            </a:fld>
            <a:endParaRPr lang="en-US"/>
          </a:p>
        </p:txBody>
      </p:sp>
      <p:sp>
        <p:nvSpPr>
          <p:cNvPr id="9" name="Freeform 2">
            <a:extLst>
              <a:ext uri="{FF2B5EF4-FFF2-40B4-BE49-F238E27FC236}">
                <a16:creationId xmlns:a16="http://schemas.microsoft.com/office/drawing/2014/main" id="{5C27BBE4-F284-F59C-EE5F-7E43A72A00BD}"/>
              </a:ext>
            </a:extLst>
          </p:cNvPr>
          <p:cNvSpPr/>
          <p:nvPr/>
        </p:nvSpPr>
        <p:spPr>
          <a:xfrm>
            <a:off x="0" y="-43050"/>
            <a:ext cx="12192000" cy="7161892"/>
          </a:xfrm>
          <a:custGeom>
            <a:avLst/>
            <a:gdLst/>
            <a:ahLst/>
            <a:cxnLst/>
            <a:rect l="l" t="t" r="r" b="b"/>
            <a:pathLst>
              <a:path w="18278283" h="10287000">
                <a:moveTo>
                  <a:pt x="0" y="0"/>
                </a:moveTo>
                <a:lnTo>
                  <a:pt x="18278283" y="0"/>
                </a:lnTo>
                <a:lnTo>
                  <a:pt x="1827828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3">
            <a:extLst>
              <a:ext uri="{FF2B5EF4-FFF2-40B4-BE49-F238E27FC236}">
                <a16:creationId xmlns:a16="http://schemas.microsoft.com/office/drawing/2014/main" id="{4C203C7A-1DAA-C75B-3462-0AD307D324E3}"/>
              </a:ext>
            </a:extLst>
          </p:cNvPr>
          <p:cNvSpPr/>
          <p:nvPr/>
        </p:nvSpPr>
        <p:spPr>
          <a:xfrm>
            <a:off x="4060478" y="43050"/>
            <a:ext cx="2861179" cy="1056485"/>
          </a:xfrm>
          <a:custGeom>
            <a:avLst/>
            <a:gdLst/>
            <a:ahLst/>
            <a:cxnLst/>
            <a:rect l="l" t="t" r="r" b="b"/>
            <a:pathLst>
              <a:path w="4289488" h="1584728">
                <a:moveTo>
                  <a:pt x="0" y="0"/>
                </a:moveTo>
                <a:lnTo>
                  <a:pt x="4289488" y="0"/>
                </a:lnTo>
                <a:lnTo>
                  <a:pt x="4289488" y="1584728"/>
                </a:lnTo>
                <a:lnTo>
                  <a:pt x="0" y="15847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Freeform 4">
            <a:extLst>
              <a:ext uri="{FF2B5EF4-FFF2-40B4-BE49-F238E27FC236}">
                <a16:creationId xmlns:a16="http://schemas.microsoft.com/office/drawing/2014/main" id="{B9912C2F-460E-D8A4-4E74-CD698A65E1ED}"/>
              </a:ext>
            </a:extLst>
          </p:cNvPr>
          <p:cNvSpPr/>
          <p:nvPr/>
        </p:nvSpPr>
        <p:spPr>
          <a:xfrm>
            <a:off x="1423123" y="-462318"/>
            <a:ext cx="1214232" cy="1480387"/>
          </a:xfrm>
          <a:custGeom>
            <a:avLst/>
            <a:gdLst/>
            <a:ahLst/>
            <a:cxnLst/>
            <a:rect l="l" t="t" r="r" b="b"/>
            <a:pathLst>
              <a:path w="1820380" h="2220580">
                <a:moveTo>
                  <a:pt x="0" y="0"/>
                </a:moveTo>
                <a:lnTo>
                  <a:pt x="1820379" y="0"/>
                </a:lnTo>
                <a:lnTo>
                  <a:pt x="1820379" y="2220580"/>
                </a:lnTo>
                <a:lnTo>
                  <a:pt x="0" y="22205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724ECA34-8D8A-BBB2-E016-79BFD7C1FCE2}"/>
              </a:ext>
            </a:extLst>
          </p:cNvPr>
          <p:cNvSpPr/>
          <p:nvPr/>
        </p:nvSpPr>
        <p:spPr>
          <a:xfrm>
            <a:off x="7810314" y="-43050"/>
            <a:ext cx="1956485" cy="1181747"/>
          </a:xfrm>
          <a:custGeom>
            <a:avLst/>
            <a:gdLst/>
            <a:ahLst/>
            <a:cxnLst/>
            <a:rect l="l" t="t" r="r" b="b"/>
            <a:pathLst>
              <a:path w="2933169" h="1772620">
                <a:moveTo>
                  <a:pt x="0" y="0"/>
                </a:moveTo>
                <a:lnTo>
                  <a:pt x="2933169" y="0"/>
                </a:lnTo>
                <a:lnTo>
                  <a:pt x="2933169" y="1772620"/>
                </a:lnTo>
                <a:lnTo>
                  <a:pt x="0" y="17726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135EFCBF-84FB-0BFC-49E9-876ED5DD18FE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866900" y="-265889"/>
            <a:ext cx="8458200" cy="526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7094" tIns="49197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 sz="2800"/>
          </a:p>
        </p:txBody>
      </p:sp>
      <p:grpSp>
        <p:nvGrpSpPr>
          <p:cNvPr id="14" name="Group 137">
            <a:extLst>
              <a:ext uri="{FF2B5EF4-FFF2-40B4-BE49-F238E27FC236}">
                <a16:creationId xmlns:a16="http://schemas.microsoft.com/office/drawing/2014/main" id="{11AF0873-78A7-4E6E-F221-E20FE85C0F07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2244724" y="349901"/>
            <a:ext cx="101323" cy="45719"/>
            <a:chOff x="595" y="211"/>
            <a:chExt cx="230" cy="245"/>
          </a:xfrm>
          <a:solidFill>
            <a:srgbClr val="0F7B2E"/>
          </a:solidFill>
        </p:grpSpPr>
        <p:sp>
          <p:nvSpPr>
            <p:cNvPr id="15" name="Rectangle 139">
              <a:extLst>
                <a:ext uri="{FF2B5EF4-FFF2-40B4-BE49-F238E27FC236}">
                  <a16:creationId xmlns:a16="http://schemas.microsoft.com/office/drawing/2014/main" id="{0E04D6EB-6974-ABD4-CB5A-399911A217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" y="211"/>
              <a:ext cx="230" cy="24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MX" sz="2800"/>
            </a:p>
          </p:txBody>
        </p:sp>
        <p:sp>
          <p:nvSpPr>
            <p:cNvPr id="16" name="Freeform 138">
              <a:extLst>
                <a:ext uri="{FF2B5EF4-FFF2-40B4-BE49-F238E27FC236}">
                  <a16:creationId xmlns:a16="http://schemas.microsoft.com/office/drawing/2014/main" id="{41A5702D-10DB-A49E-454B-0DB902F2D2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" y="214"/>
              <a:ext cx="230" cy="241"/>
            </a:xfrm>
            <a:custGeom>
              <a:avLst/>
              <a:gdLst>
                <a:gd name="T0" fmla="+- 0 825 595"/>
                <a:gd name="T1" fmla="*/ T0 w 230"/>
                <a:gd name="T2" fmla="+- 0 214 214"/>
                <a:gd name="T3" fmla="*/ 214 h 241"/>
                <a:gd name="T4" fmla="+- 0 595 595"/>
                <a:gd name="T5" fmla="*/ T4 w 230"/>
                <a:gd name="T6" fmla="+- 0 455 214"/>
                <a:gd name="T7" fmla="*/ 455 h 241"/>
                <a:gd name="T8" fmla="+- 0 825 595"/>
                <a:gd name="T9" fmla="*/ T8 w 230"/>
                <a:gd name="T10" fmla="+- 0 455 214"/>
                <a:gd name="T11" fmla="*/ 455 h 241"/>
                <a:gd name="T12" fmla="+- 0 825 595"/>
                <a:gd name="T13" fmla="*/ T12 w 230"/>
                <a:gd name="T14" fmla="+- 0 214 214"/>
                <a:gd name="T15" fmla="*/ 214 h 241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0" h="241">
                  <a:moveTo>
                    <a:pt x="230" y="0"/>
                  </a:moveTo>
                  <a:lnTo>
                    <a:pt x="0" y="241"/>
                  </a:lnTo>
                  <a:lnTo>
                    <a:pt x="230" y="241"/>
                  </a:lnTo>
                  <a:lnTo>
                    <a:pt x="23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MX" sz="2800"/>
            </a:p>
          </p:txBody>
        </p:sp>
      </p:grpSp>
      <p:sp>
        <p:nvSpPr>
          <p:cNvPr id="18" name="CuadroTexto 17">
            <a:extLst>
              <a:ext uri="{FF2B5EF4-FFF2-40B4-BE49-F238E27FC236}">
                <a16:creationId xmlns:a16="http://schemas.microsoft.com/office/drawing/2014/main" id="{C94DEB36-C72D-CEC8-BDFB-BEB56107AA55}"/>
              </a:ext>
            </a:extLst>
          </p:cNvPr>
          <p:cNvSpPr txBox="1"/>
          <p:nvPr/>
        </p:nvSpPr>
        <p:spPr>
          <a:xfrm>
            <a:off x="1423123" y="1107315"/>
            <a:ext cx="10997476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>
              <a:spcBef>
                <a:spcPts val="1125"/>
              </a:spcBef>
              <a:buNone/>
            </a:pPr>
            <a:r>
              <a:rPr lang="es-ES" sz="4000" b="1" kern="0" dirty="0">
                <a:solidFill>
                  <a:srgbClr val="D32F2F"/>
                </a:solidFill>
                <a:effectLst/>
                <a:latin typeface="Abhaya Libre ExtraBold" panose="02000803000000000000" pitchFamily="2" charset="0"/>
                <a:ea typeface="Trebuchet MS" panose="020B0603020202020204" pitchFamily="34" charset="0"/>
                <a:cs typeface="Abhaya Libre ExtraBold" panose="02000803000000000000" pitchFamily="2" charset="0"/>
              </a:rPr>
              <a:t>                         Miércoles,</a:t>
            </a:r>
            <a:r>
              <a:rPr lang="es-ES" sz="4000" b="1" kern="0" spc="-225" dirty="0">
                <a:solidFill>
                  <a:srgbClr val="D32F2F"/>
                </a:solidFill>
                <a:effectLst/>
                <a:latin typeface="Abhaya Libre ExtraBold" panose="02000803000000000000" pitchFamily="2" charset="0"/>
                <a:ea typeface="Trebuchet MS" panose="020B0603020202020204" pitchFamily="34" charset="0"/>
                <a:cs typeface="Abhaya Libre ExtraBold" panose="02000803000000000000" pitchFamily="2" charset="0"/>
              </a:rPr>
              <a:t> </a:t>
            </a:r>
            <a:r>
              <a:rPr lang="es-ES" sz="4000" b="1" kern="0" dirty="0">
                <a:solidFill>
                  <a:srgbClr val="D32F2F"/>
                </a:solidFill>
                <a:effectLst/>
                <a:latin typeface="Abhaya Libre ExtraBold" panose="02000803000000000000" pitchFamily="2" charset="0"/>
                <a:ea typeface="Trebuchet MS" panose="020B0603020202020204" pitchFamily="34" charset="0"/>
                <a:cs typeface="Abhaya Libre ExtraBold" panose="02000803000000000000" pitchFamily="2" charset="0"/>
              </a:rPr>
              <a:t>03</a:t>
            </a:r>
            <a:r>
              <a:rPr lang="es-ES" sz="4000" b="1" kern="0" spc="-225" dirty="0">
                <a:solidFill>
                  <a:srgbClr val="D32F2F"/>
                </a:solidFill>
                <a:effectLst/>
                <a:latin typeface="Abhaya Libre ExtraBold" panose="02000803000000000000" pitchFamily="2" charset="0"/>
                <a:ea typeface="Trebuchet MS" panose="020B0603020202020204" pitchFamily="34" charset="0"/>
                <a:cs typeface="Abhaya Libre ExtraBold" panose="02000803000000000000" pitchFamily="2" charset="0"/>
              </a:rPr>
              <a:t> </a:t>
            </a:r>
            <a:r>
              <a:rPr lang="es-ES" sz="4000" b="1" kern="0" dirty="0">
                <a:solidFill>
                  <a:srgbClr val="D32F2F"/>
                </a:solidFill>
                <a:effectLst/>
                <a:latin typeface="Abhaya Libre ExtraBold" panose="02000803000000000000" pitchFamily="2" charset="0"/>
                <a:ea typeface="Trebuchet MS" panose="020B0603020202020204" pitchFamily="34" charset="0"/>
                <a:cs typeface="Abhaya Libre ExtraBold" panose="02000803000000000000" pitchFamily="2" charset="0"/>
              </a:rPr>
              <a:t>de</a:t>
            </a:r>
            <a:r>
              <a:rPr lang="es-ES" sz="4000" b="1" kern="0" spc="-220" dirty="0">
                <a:solidFill>
                  <a:srgbClr val="D32F2F"/>
                </a:solidFill>
                <a:effectLst/>
                <a:latin typeface="Abhaya Libre ExtraBold" panose="02000803000000000000" pitchFamily="2" charset="0"/>
                <a:ea typeface="Trebuchet MS" panose="020B0603020202020204" pitchFamily="34" charset="0"/>
                <a:cs typeface="Abhaya Libre ExtraBold" panose="02000803000000000000" pitchFamily="2" charset="0"/>
              </a:rPr>
              <a:t> </a:t>
            </a:r>
            <a:r>
              <a:rPr lang="es-ES" sz="4000" b="1" kern="0" dirty="0">
                <a:solidFill>
                  <a:srgbClr val="D32F2F"/>
                </a:solidFill>
                <a:effectLst/>
                <a:latin typeface="Abhaya Libre ExtraBold" panose="02000803000000000000" pitchFamily="2" charset="0"/>
                <a:ea typeface="Trebuchet MS" panose="020B0603020202020204" pitchFamily="34" charset="0"/>
                <a:cs typeface="Abhaya Libre ExtraBold" panose="02000803000000000000" pitchFamily="2" charset="0"/>
              </a:rPr>
              <a:t>junio</a:t>
            </a:r>
            <a:r>
              <a:rPr lang="es-ES" sz="4000" b="1" kern="0" spc="-225" dirty="0">
                <a:solidFill>
                  <a:srgbClr val="D32F2F"/>
                </a:solidFill>
                <a:effectLst/>
                <a:latin typeface="Abhaya Libre ExtraBold" panose="02000803000000000000" pitchFamily="2" charset="0"/>
                <a:ea typeface="Trebuchet MS" panose="020B0603020202020204" pitchFamily="34" charset="0"/>
                <a:cs typeface="Abhaya Libre ExtraBold" panose="02000803000000000000" pitchFamily="2" charset="0"/>
              </a:rPr>
              <a:t> </a:t>
            </a:r>
            <a:r>
              <a:rPr lang="es-ES" sz="4000" b="1" kern="0" dirty="0">
                <a:solidFill>
                  <a:srgbClr val="D32F2F"/>
                </a:solidFill>
                <a:effectLst/>
                <a:latin typeface="Abhaya Libre ExtraBold" panose="02000803000000000000" pitchFamily="2" charset="0"/>
                <a:ea typeface="Trebuchet MS" panose="020B0603020202020204" pitchFamily="34" charset="0"/>
                <a:cs typeface="Abhaya Libre ExtraBold" panose="02000803000000000000" pitchFamily="2" charset="0"/>
              </a:rPr>
              <a:t>de</a:t>
            </a:r>
            <a:r>
              <a:rPr lang="es-ES" sz="4000" b="1" kern="0" spc="-225" dirty="0">
                <a:solidFill>
                  <a:srgbClr val="D32F2F"/>
                </a:solidFill>
                <a:effectLst/>
                <a:latin typeface="Abhaya Libre ExtraBold" panose="02000803000000000000" pitchFamily="2" charset="0"/>
                <a:ea typeface="Trebuchet MS" panose="020B0603020202020204" pitchFamily="34" charset="0"/>
                <a:cs typeface="Abhaya Libre ExtraBold" panose="02000803000000000000" pitchFamily="2" charset="0"/>
              </a:rPr>
              <a:t> </a:t>
            </a:r>
            <a:r>
              <a:rPr lang="es-ES" sz="4000" b="1" kern="0" dirty="0">
                <a:solidFill>
                  <a:srgbClr val="D32F2F"/>
                </a:solidFill>
                <a:effectLst/>
                <a:latin typeface="Abhaya Libre ExtraBold" panose="02000803000000000000" pitchFamily="2" charset="0"/>
                <a:ea typeface="Trebuchet MS" panose="020B0603020202020204" pitchFamily="34" charset="0"/>
                <a:cs typeface="Abhaya Libre ExtraBold" panose="02000803000000000000" pitchFamily="2" charset="0"/>
              </a:rPr>
              <a:t>2026</a:t>
            </a:r>
            <a:endParaRPr lang="es-MX" sz="4000" b="1" kern="0" dirty="0">
              <a:effectLst/>
              <a:latin typeface="Abhaya Libre ExtraBold" panose="02000803000000000000" pitchFamily="2" charset="0"/>
              <a:ea typeface="Trebuchet MS" panose="020B0603020202020204" pitchFamily="34" charset="0"/>
              <a:cs typeface="Abhaya Libre ExtraBold" panose="02000803000000000000" pitchFamily="2" charset="0"/>
            </a:endParaRPr>
          </a:p>
          <a:p>
            <a:pPr marL="342900" indent="-342900">
              <a:spcBef>
                <a:spcPts val="35"/>
              </a:spcBef>
              <a:buFont typeface="Arial" panose="020B0604020202020204" pitchFamily="34" charset="0"/>
              <a:buChar char="•"/>
            </a:pPr>
            <a:r>
              <a:rPr lang="es-ES" sz="2000" b="1" dirty="0">
                <a:effectLst/>
                <a:latin typeface="Abhaya Libre ExtraBold" panose="02000803000000000000" pitchFamily="2" charset="0"/>
                <a:ea typeface="Roboto" panose="02000000000000000000" pitchFamily="2" charset="0"/>
                <a:cs typeface="Abhaya Libre ExtraBold" panose="02000803000000000000" pitchFamily="2" charset="0"/>
              </a:rPr>
              <a:t> </a:t>
            </a:r>
            <a:r>
              <a:rPr kumimoji="0" lang="es-ES" altLang="es-MX" sz="3200" b="1" i="0" u="none" strike="noStrike" cap="none" normalizeH="0" baseline="0" dirty="0">
                <a:ln>
                  <a:noFill/>
                </a:ln>
                <a:solidFill>
                  <a:srgbClr val="0E7C2F"/>
                </a:solidFill>
                <a:effectLst/>
                <a:latin typeface="Abhaya Libre ExtraBold" panose="02000803000000000000" pitchFamily="2" charset="0"/>
                <a:ea typeface="Roboto" panose="02000000000000000000" pitchFamily="2" charset="0"/>
                <a:cs typeface="Abhaya Libre ExtraBold" panose="02000803000000000000" pitchFamily="2" charset="0"/>
              </a:rPr>
              <a:t> VI Congreso Internacional Ciencia y Tecnología Morona Santiago</a:t>
            </a:r>
            <a:endParaRPr lang="es-MX" sz="2400" b="1" dirty="0">
              <a:effectLst/>
              <a:latin typeface="Abhaya Libre ExtraBold" panose="02000803000000000000" pitchFamily="2" charset="0"/>
              <a:ea typeface="Roboto" panose="02000000000000000000" pitchFamily="2" charset="0"/>
              <a:cs typeface="Abhaya Libre ExtraBold" panose="02000803000000000000" pitchFamily="2" charset="0"/>
            </a:endParaRPr>
          </a:p>
          <a:p>
            <a:pPr marR="3651250" lvl="1">
              <a:tabLst>
                <a:tab pos="2340610" algn="l"/>
              </a:tabLst>
            </a:pPr>
            <a:r>
              <a:rPr lang="es-ES" sz="2000" b="1" dirty="0">
                <a:solidFill>
                  <a:schemeClr val="bg1"/>
                </a:solidFill>
                <a:effectLst/>
                <a:latin typeface="Abhaya Libre ExtraBold" panose="02000803000000000000" pitchFamily="2" charset="0"/>
                <a:ea typeface="Roboto" panose="02000000000000000000" pitchFamily="2" charset="0"/>
                <a:cs typeface="Abhaya Libre ExtraBold" panose="02000803000000000000" pitchFamily="2" charset="0"/>
              </a:rPr>
              <a:t>Lugar:</a:t>
            </a:r>
            <a:r>
              <a:rPr lang="es-ES" sz="2000" b="0" dirty="0">
                <a:solidFill>
                  <a:schemeClr val="bg1"/>
                </a:solidFill>
                <a:effectLst/>
                <a:latin typeface="Abhaya Libre ExtraBold" panose="02000803000000000000" pitchFamily="2" charset="0"/>
                <a:ea typeface="Roboto" panose="02000000000000000000" pitchFamily="2" charset="0"/>
                <a:cs typeface="Abhaya Libre ExtraBold" panose="02000803000000000000" pitchFamily="2" charset="0"/>
              </a:rPr>
              <a:t> </a:t>
            </a:r>
            <a:r>
              <a:rPr lang="es-CO" sz="2000" b="0" dirty="0">
                <a:solidFill>
                  <a:schemeClr val="bg1"/>
                </a:solidFill>
                <a:effectLst/>
                <a:latin typeface="Abhaya Libre ExtraBold" panose="02000803000000000000" pitchFamily="2" charset="0"/>
                <a:ea typeface="Roboto" panose="02000000000000000000" pitchFamily="2" charset="0"/>
                <a:cs typeface="Abhaya Libre ExtraBold" panose="02000803000000000000" pitchFamily="2" charset="0"/>
              </a:rPr>
              <a:t>Salón Azul del GAD Provincial de Morona Santiago</a:t>
            </a:r>
            <a:endParaRPr lang="es-MX" sz="2000" b="1" dirty="0">
              <a:solidFill>
                <a:schemeClr val="bg1"/>
              </a:solidFill>
              <a:effectLst/>
              <a:latin typeface="Abhaya Libre ExtraBold" panose="02000803000000000000" pitchFamily="2" charset="0"/>
              <a:ea typeface="Roboto" panose="02000000000000000000" pitchFamily="2" charset="0"/>
              <a:cs typeface="Abhaya Libre ExtraBold" panose="02000803000000000000" pitchFamily="2" charset="0"/>
            </a:endParaRPr>
          </a:p>
          <a:p>
            <a:pPr marR="3651250" lvl="1">
              <a:tabLst>
                <a:tab pos="2340610" algn="l"/>
              </a:tabLst>
            </a:pPr>
            <a:r>
              <a:rPr lang="es-ES" sz="2000" b="1" dirty="0">
                <a:solidFill>
                  <a:schemeClr val="bg1"/>
                </a:solidFill>
                <a:effectLst/>
                <a:latin typeface="Abhaya Libre ExtraBold" panose="02000803000000000000" pitchFamily="2" charset="0"/>
                <a:ea typeface="Roboto" panose="02000000000000000000" pitchFamily="2" charset="0"/>
                <a:cs typeface="Abhaya Libre ExtraBold" panose="02000803000000000000" pitchFamily="2" charset="0"/>
              </a:rPr>
              <a:t>Horario:</a:t>
            </a:r>
            <a:r>
              <a:rPr lang="es-ES" sz="2000" dirty="0">
                <a:solidFill>
                  <a:schemeClr val="bg1"/>
                </a:solidFill>
                <a:effectLst/>
                <a:latin typeface="Abhaya Libre ExtraBold" panose="02000803000000000000" pitchFamily="2" charset="0"/>
                <a:ea typeface="Roboto" panose="02000000000000000000" pitchFamily="2" charset="0"/>
                <a:cs typeface="Abhaya Libre ExtraBold" panose="02000803000000000000" pitchFamily="2" charset="0"/>
              </a:rPr>
              <a:t> </a:t>
            </a:r>
            <a:r>
              <a:rPr lang="es-CO" sz="2000" dirty="0">
                <a:solidFill>
                  <a:schemeClr val="bg1"/>
                </a:solidFill>
                <a:effectLst/>
                <a:latin typeface="Abhaya Libre ExtraBold" panose="02000803000000000000" pitchFamily="2" charset="0"/>
                <a:ea typeface="Roboto" panose="02000000000000000000" pitchFamily="2" charset="0"/>
                <a:cs typeface="Abhaya Libre ExtraBold" panose="02000803000000000000" pitchFamily="2" charset="0"/>
              </a:rPr>
              <a:t>08h00 - 12h00 / 14h00 - 18h00</a:t>
            </a:r>
            <a:endParaRPr lang="es-MX" sz="2000" dirty="0">
              <a:solidFill>
                <a:schemeClr val="bg1"/>
              </a:solidFill>
              <a:effectLst/>
              <a:latin typeface="Abhaya Libre ExtraBold" panose="02000803000000000000" pitchFamily="2" charset="0"/>
              <a:ea typeface="Roboto" panose="02000000000000000000" pitchFamily="2" charset="0"/>
              <a:cs typeface="Abhaya Libre ExtraBold" panose="02000803000000000000" pitchFamily="2" charset="0"/>
            </a:endParaRPr>
          </a:p>
          <a:p>
            <a:pPr marL="457200" marR="3651250" indent="-457200">
              <a:buFont typeface="Arial" panose="020B0604020202020204" pitchFamily="34" charset="0"/>
              <a:buChar char="•"/>
              <a:tabLst>
                <a:tab pos="2340610" algn="l"/>
              </a:tabLst>
            </a:pPr>
            <a:r>
              <a:rPr lang="es-CO" sz="3200" b="1" dirty="0">
                <a:solidFill>
                  <a:srgbClr val="0E7C2F"/>
                </a:solidFill>
                <a:latin typeface="Abhaya Libre ExtraBold" panose="02000803000000000000" pitchFamily="2" charset="0"/>
                <a:ea typeface="Roboto" panose="02000000000000000000" pitchFamily="2" charset="0"/>
                <a:cs typeface="Abhaya Libre ExtraBold" panose="02000803000000000000" pitchFamily="2" charset="0"/>
              </a:rPr>
              <a:t>Workshop: </a:t>
            </a:r>
            <a:r>
              <a:rPr lang="es-MX" sz="3200" b="1" dirty="0">
                <a:solidFill>
                  <a:srgbClr val="0E7C2F"/>
                </a:solidFill>
                <a:latin typeface="Abhaya Libre ExtraBold" panose="02000803000000000000" pitchFamily="2" charset="0"/>
                <a:ea typeface="Roboto" panose="02000000000000000000" pitchFamily="2" charset="0"/>
                <a:cs typeface="Abhaya Libre ExtraBold" panose="02000803000000000000" pitchFamily="2" charset="0"/>
              </a:rPr>
              <a:t>Gestión y respuesta ante brechas de seguridad: enfoque práctico y cumplimiento normativo</a:t>
            </a:r>
            <a:endParaRPr lang="es-CO" sz="3200" b="1" dirty="0">
              <a:solidFill>
                <a:srgbClr val="0E7C2F"/>
              </a:solidFill>
              <a:latin typeface="Abhaya Libre ExtraBold" panose="02000803000000000000" pitchFamily="2" charset="0"/>
              <a:ea typeface="Roboto" panose="02000000000000000000" pitchFamily="2" charset="0"/>
              <a:cs typeface="Abhaya Libre ExtraBold" panose="02000803000000000000" pitchFamily="2" charset="0"/>
            </a:endParaRPr>
          </a:p>
          <a:p>
            <a:pPr marR="3651250" lvl="1">
              <a:tabLst>
                <a:tab pos="2340610" algn="l"/>
              </a:tabLst>
            </a:pPr>
            <a:r>
              <a:rPr lang="es-ES" sz="2000" b="1" dirty="0">
                <a:solidFill>
                  <a:schemeClr val="bg1"/>
                </a:solidFill>
                <a:effectLst/>
                <a:latin typeface="Abhaya Libre ExtraBold" panose="02000803000000000000" pitchFamily="2" charset="0"/>
                <a:ea typeface="Roboto" panose="02000000000000000000" pitchFamily="2" charset="0"/>
                <a:cs typeface="Abhaya Libre ExtraBold" panose="02000803000000000000" pitchFamily="2" charset="0"/>
              </a:rPr>
              <a:t>Facilitador:</a:t>
            </a:r>
            <a:r>
              <a:rPr lang="es-ES" sz="2000" dirty="0">
                <a:solidFill>
                  <a:schemeClr val="bg1"/>
                </a:solidFill>
                <a:effectLst/>
                <a:latin typeface="Abhaya Libre ExtraBold" panose="02000803000000000000" pitchFamily="2" charset="0"/>
                <a:ea typeface="Roboto" panose="02000000000000000000" pitchFamily="2" charset="0"/>
                <a:cs typeface="Abhaya Libre ExtraBold" panose="02000803000000000000" pitchFamily="2" charset="0"/>
              </a:rPr>
              <a:t>  Abg. </a:t>
            </a:r>
            <a:r>
              <a:rPr lang="es-ES" sz="2000" dirty="0" err="1">
                <a:solidFill>
                  <a:schemeClr val="bg1"/>
                </a:solidFill>
                <a:effectLst/>
                <a:latin typeface="Abhaya Libre ExtraBold" panose="02000803000000000000" pitchFamily="2" charset="0"/>
                <a:ea typeface="Roboto" panose="02000000000000000000" pitchFamily="2" charset="0"/>
                <a:cs typeface="Abhaya Libre ExtraBold" panose="02000803000000000000" pitchFamily="2" charset="0"/>
              </a:rPr>
              <a:t>Iciar</a:t>
            </a:r>
            <a:r>
              <a:rPr lang="es-ES" sz="2000" dirty="0">
                <a:solidFill>
                  <a:schemeClr val="bg1"/>
                </a:solidFill>
                <a:effectLst/>
                <a:latin typeface="Abhaya Libre ExtraBold" panose="02000803000000000000" pitchFamily="2" charset="0"/>
                <a:ea typeface="Roboto" panose="02000000000000000000" pitchFamily="2" charset="0"/>
                <a:cs typeface="Abhaya Libre ExtraBold" panose="02000803000000000000" pitchFamily="2" charset="0"/>
              </a:rPr>
              <a:t> </a:t>
            </a:r>
            <a:r>
              <a:rPr lang="es-ES" sz="2000" dirty="0" err="1">
                <a:solidFill>
                  <a:schemeClr val="bg1"/>
                </a:solidFill>
                <a:effectLst/>
                <a:latin typeface="Abhaya Libre ExtraBold" panose="02000803000000000000" pitchFamily="2" charset="0"/>
                <a:ea typeface="Roboto" panose="02000000000000000000" pitchFamily="2" charset="0"/>
                <a:cs typeface="Abhaya Libre ExtraBold" panose="02000803000000000000" pitchFamily="2" charset="0"/>
              </a:rPr>
              <a:t>Lopez</a:t>
            </a:r>
            <a:r>
              <a:rPr lang="es-ES" sz="2000" dirty="0">
                <a:solidFill>
                  <a:schemeClr val="bg1"/>
                </a:solidFill>
                <a:effectLst/>
                <a:latin typeface="Abhaya Libre ExtraBold" panose="02000803000000000000" pitchFamily="2" charset="0"/>
                <a:ea typeface="Roboto" panose="02000000000000000000" pitchFamily="2" charset="0"/>
                <a:cs typeface="Abhaya Libre ExtraBold" panose="02000803000000000000" pitchFamily="2" charset="0"/>
              </a:rPr>
              <a:t>-Vidriero</a:t>
            </a:r>
            <a:endParaRPr lang="es-MX" sz="2000" dirty="0">
              <a:solidFill>
                <a:schemeClr val="bg1"/>
              </a:solidFill>
              <a:effectLst/>
              <a:latin typeface="Abhaya Libre ExtraBold" panose="02000803000000000000" pitchFamily="2" charset="0"/>
              <a:ea typeface="Roboto" panose="02000000000000000000" pitchFamily="2" charset="0"/>
              <a:cs typeface="Abhaya Libre ExtraBold" panose="02000803000000000000" pitchFamily="2" charset="0"/>
            </a:endParaRPr>
          </a:p>
          <a:p>
            <a:pPr marR="3651250" lvl="1">
              <a:tabLst>
                <a:tab pos="2340610" algn="l"/>
              </a:tabLst>
            </a:pPr>
            <a:r>
              <a:rPr lang="es-ES" sz="2000" b="1" dirty="0">
                <a:solidFill>
                  <a:schemeClr val="bg1"/>
                </a:solidFill>
                <a:effectLst/>
                <a:latin typeface="Abhaya Libre ExtraBold" panose="02000803000000000000" pitchFamily="2" charset="0"/>
                <a:ea typeface="Roboto" panose="02000000000000000000" pitchFamily="2" charset="0"/>
                <a:cs typeface="Abhaya Libre ExtraBold" panose="02000803000000000000" pitchFamily="2" charset="0"/>
              </a:rPr>
              <a:t>Lugar:</a:t>
            </a:r>
            <a:r>
              <a:rPr lang="es-ES" sz="2000" dirty="0">
                <a:solidFill>
                  <a:schemeClr val="bg1"/>
                </a:solidFill>
                <a:effectLst/>
                <a:latin typeface="Abhaya Libre ExtraBold" panose="02000803000000000000" pitchFamily="2" charset="0"/>
                <a:ea typeface="Roboto" panose="02000000000000000000" pitchFamily="2" charset="0"/>
                <a:cs typeface="Abhaya Libre ExtraBold" panose="02000803000000000000" pitchFamily="2" charset="0"/>
              </a:rPr>
              <a:t> </a:t>
            </a:r>
            <a:r>
              <a:rPr lang="es-CO" sz="2000" dirty="0">
                <a:solidFill>
                  <a:schemeClr val="bg1"/>
                </a:solidFill>
                <a:effectLst/>
                <a:latin typeface="Abhaya Libre ExtraBold" panose="02000803000000000000" pitchFamily="2" charset="0"/>
                <a:ea typeface="Roboto" panose="02000000000000000000" pitchFamily="2" charset="0"/>
                <a:cs typeface="Abhaya Libre ExtraBold" panose="02000803000000000000" pitchFamily="2" charset="0"/>
              </a:rPr>
              <a:t>Salón Azul del GAD Provincial de Morona Santiago</a:t>
            </a:r>
            <a:endParaRPr lang="es-MX" sz="2000" dirty="0">
              <a:solidFill>
                <a:schemeClr val="bg1"/>
              </a:solidFill>
              <a:effectLst/>
              <a:latin typeface="Abhaya Libre ExtraBold" panose="02000803000000000000" pitchFamily="2" charset="0"/>
              <a:ea typeface="Roboto" panose="02000000000000000000" pitchFamily="2" charset="0"/>
              <a:cs typeface="Abhaya Libre ExtraBold" panose="02000803000000000000" pitchFamily="2" charset="0"/>
            </a:endParaRPr>
          </a:p>
          <a:p>
            <a:pPr marR="3651250" lvl="1">
              <a:tabLst>
                <a:tab pos="2340610" algn="l"/>
              </a:tabLst>
            </a:pPr>
            <a:r>
              <a:rPr lang="es-ES" sz="2000" b="1" dirty="0">
                <a:solidFill>
                  <a:schemeClr val="bg1"/>
                </a:solidFill>
                <a:effectLst/>
                <a:latin typeface="Abhaya Libre ExtraBold" panose="02000803000000000000" pitchFamily="2" charset="0"/>
                <a:ea typeface="Roboto" panose="02000000000000000000" pitchFamily="2" charset="0"/>
                <a:cs typeface="Abhaya Libre ExtraBold" panose="02000803000000000000" pitchFamily="2" charset="0"/>
              </a:rPr>
              <a:t>Horario:</a:t>
            </a:r>
            <a:r>
              <a:rPr lang="es-ES" sz="2000" dirty="0">
                <a:solidFill>
                  <a:schemeClr val="bg1"/>
                </a:solidFill>
                <a:effectLst/>
                <a:latin typeface="Abhaya Libre ExtraBold" panose="02000803000000000000" pitchFamily="2" charset="0"/>
                <a:ea typeface="Roboto" panose="02000000000000000000" pitchFamily="2" charset="0"/>
                <a:cs typeface="Abhaya Libre ExtraBold" panose="02000803000000000000" pitchFamily="2" charset="0"/>
              </a:rPr>
              <a:t> </a:t>
            </a:r>
            <a:r>
              <a:rPr lang="es-CO" sz="2000" dirty="0">
                <a:solidFill>
                  <a:schemeClr val="bg1"/>
                </a:solidFill>
                <a:effectLst/>
                <a:latin typeface="Abhaya Libre ExtraBold" panose="02000803000000000000" pitchFamily="2" charset="0"/>
                <a:ea typeface="Roboto" panose="02000000000000000000" pitchFamily="2" charset="0"/>
                <a:cs typeface="Abhaya Libre ExtraBold" panose="02000803000000000000" pitchFamily="2" charset="0"/>
              </a:rPr>
              <a:t>10h00 - 12h00</a:t>
            </a:r>
            <a:endParaRPr lang="es-MX" sz="2000" dirty="0">
              <a:solidFill>
                <a:schemeClr val="bg1"/>
              </a:solidFill>
              <a:effectLst/>
              <a:latin typeface="Abhaya Libre ExtraBold" panose="02000803000000000000" pitchFamily="2" charset="0"/>
              <a:ea typeface="Roboto" panose="02000000000000000000" pitchFamily="2" charset="0"/>
              <a:cs typeface="Abhaya Libre ExtraBold" panose="02000803000000000000" pitchFamily="2" charset="0"/>
            </a:endParaRPr>
          </a:p>
          <a:p>
            <a:pPr marR="3651250">
              <a:buNone/>
              <a:tabLst>
                <a:tab pos="2340610" algn="l"/>
              </a:tabLst>
            </a:pPr>
            <a:r>
              <a:rPr lang="es-ES" sz="1600" b="0" dirty="0">
                <a:solidFill>
                  <a:schemeClr val="bg1"/>
                </a:solidFill>
                <a:effectLst/>
                <a:latin typeface="Abhaya Libre ExtraBold" panose="02000803000000000000" pitchFamily="2" charset="0"/>
                <a:ea typeface="Roboto" panose="02000000000000000000" pitchFamily="2" charset="0"/>
                <a:cs typeface="Abhaya Libre ExtraBold" panose="02000803000000000000" pitchFamily="2" charset="0"/>
              </a:rPr>
              <a:t> </a:t>
            </a:r>
            <a:endParaRPr lang="es-MX" b="1" dirty="0">
              <a:solidFill>
                <a:schemeClr val="bg1"/>
              </a:solidFill>
              <a:effectLst/>
              <a:latin typeface="Abhaya Libre ExtraBold" panose="02000803000000000000" pitchFamily="2" charset="0"/>
              <a:ea typeface="Roboto" panose="02000000000000000000" pitchFamily="2" charset="0"/>
              <a:cs typeface="Abhaya Libre ExtraBold" panose="02000803000000000000" pitchFamily="2" charset="0"/>
            </a:endParaRP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88ED95A7-4893-43CD-9316-A19DAE96D86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03" y="4573607"/>
            <a:ext cx="1375480" cy="382033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A80F8896-37FA-410D-B1A3-5445EE47414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054" y="2066078"/>
            <a:ext cx="1115825" cy="1115825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93677ABA-6591-44E1-A431-5B54C9E19800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55" y="3109313"/>
            <a:ext cx="1233337" cy="1233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123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01C5B-7221-9A04-A51C-BFBCA5CD1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22E98C-1F8F-9CBD-E3E4-800CB6E275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A3B2147-DB62-79DB-CFCA-2D3B53133E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93B0F1B-9034-E6E8-1243-B952A7985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6" name="Marcador de fecha 5">
            <a:extLst>
              <a:ext uri="{FF2B5EF4-FFF2-40B4-BE49-F238E27FC236}">
                <a16:creationId xmlns:a16="http://schemas.microsoft.com/office/drawing/2014/main" id="{9C42B691-9C0A-0C3F-D714-D58A280AE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US"/>
              <a:t>2/12/2025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33F8F7-1DC2-709B-5142-D67427CB3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E274F5D-21DC-40EF-8DBA-AB9BB119E939}" type="slidenum">
              <a:rPr lang="en-US" smtClean="0"/>
              <a:pPr rtl="0"/>
              <a:t>4</a:t>
            </a:fld>
            <a:endParaRPr lang="en-US"/>
          </a:p>
        </p:txBody>
      </p:sp>
      <p:sp>
        <p:nvSpPr>
          <p:cNvPr id="9" name="Freeform 2">
            <a:extLst>
              <a:ext uri="{FF2B5EF4-FFF2-40B4-BE49-F238E27FC236}">
                <a16:creationId xmlns:a16="http://schemas.microsoft.com/office/drawing/2014/main" id="{387FEBE5-F76F-38D3-2592-69A970A15C6A}"/>
              </a:ext>
            </a:extLst>
          </p:cNvPr>
          <p:cNvSpPr/>
          <p:nvPr/>
        </p:nvSpPr>
        <p:spPr>
          <a:xfrm>
            <a:off x="0" y="19605"/>
            <a:ext cx="12192000" cy="7358250"/>
          </a:xfrm>
          <a:custGeom>
            <a:avLst/>
            <a:gdLst/>
            <a:ahLst/>
            <a:cxnLst/>
            <a:rect l="l" t="t" r="r" b="b"/>
            <a:pathLst>
              <a:path w="18278283" h="10287000">
                <a:moveTo>
                  <a:pt x="0" y="0"/>
                </a:moveTo>
                <a:lnTo>
                  <a:pt x="18278283" y="0"/>
                </a:lnTo>
                <a:lnTo>
                  <a:pt x="1827828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3">
            <a:extLst>
              <a:ext uri="{FF2B5EF4-FFF2-40B4-BE49-F238E27FC236}">
                <a16:creationId xmlns:a16="http://schemas.microsoft.com/office/drawing/2014/main" id="{04BD918E-285E-DBD9-61BB-B414EA2989F4}"/>
              </a:ext>
            </a:extLst>
          </p:cNvPr>
          <p:cNvSpPr/>
          <p:nvPr/>
        </p:nvSpPr>
        <p:spPr>
          <a:xfrm>
            <a:off x="4060478" y="43050"/>
            <a:ext cx="2888962" cy="1099950"/>
          </a:xfrm>
          <a:custGeom>
            <a:avLst/>
            <a:gdLst/>
            <a:ahLst/>
            <a:cxnLst/>
            <a:rect l="l" t="t" r="r" b="b"/>
            <a:pathLst>
              <a:path w="4289488" h="1584728">
                <a:moveTo>
                  <a:pt x="0" y="0"/>
                </a:moveTo>
                <a:lnTo>
                  <a:pt x="4289488" y="0"/>
                </a:lnTo>
                <a:lnTo>
                  <a:pt x="4289488" y="1584728"/>
                </a:lnTo>
                <a:lnTo>
                  <a:pt x="0" y="15847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Freeform 4">
            <a:extLst>
              <a:ext uri="{FF2B5EF4-FFF2-40B4-BE49-F238E27FC236}">
                <a16:creationId xmlns:a16="http://schemas.microsoft.com/office/drawing/2014/main" id="{2C2DC020-B3F7-C890-489D-1C99BD0385E5}"/>
              </a:ext>
            </a:extLst>
          </p:cNvPr>
          <p:cNvSpPr/>
          <p:nvPr/>
        </p:nvSpPr>
        <p:spPr>
          <a:xfrm>
            <a:off x="1423123" y="-462318"/>
            <a:ext cx="1214232" cy="1480387"/>
          </a:xfrm>
          <a:custGeom>
            <a:avLst/>
            <a:gdLst/>
            <a:ahLst/>
            <a:cxnLst/>
            <a:rect l="l" t="t" r="r" b="b"/>
            <a:pathLst>
              <a:path w="1820380" h="2220580">
                <a:moveTo>
                  <a:pt x="0" y="0"/>
                </a:moveTo>
                <a:lnTo>
                  <a:pt x="1820379" y="0"/>
                </a:lnTo>
                <a:lnTo>
                  <a:pt x="1820379" y="2220580"/>
                </a:lnTo>
                <a:lnTo>
                  <a:pt x="0" y="22205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7B14D0-C8FD-397E-129B-FD0A0FC27DAD}"/>
              </a:ext>
            </a:extLst>
          </p:cNvPr>
          <p:cNvSpPr/>
          <p:nvPr/>
        </p:nvSpPr>
        <p:spPr>
          <a:xfrm>
            <a:off x="7810314" y="-43050"/>
            <a:ext cx="1956485" cy="1181747"/>
          </a:xfrm>
          <a:custGeom>
            <a:avLst/>
            <a:gdLst/>
            <a:ahLst/>
            <a:cxnLst/>
            <a:rect l="l" t="t" r="r" b="b"/>
            <a:pathLst>
              <a:path w="2933169" h="1772620">
                <a:moveTo>
                  <a:pt x="0" y="0"/>
                </a:moveTo>
                <a:lnTo>
                  <a:pt x="2933169" y="0"/>
                </a:lnTo>
                <a:lnTo>
                  <a:pt x="2933169" y="1772620"/>
                </a:lnTo>
                <a:lnTo>
                  <a:pt x="0" y="17726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D5F97576-A6BB-1B69-B199-D2999F77DEFA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866900" y="-265889"/>
            <a:ext cx="8458200" cy="526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7094" tIns="49197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 sz="2800"/>
          </a:p>
        </p:txBody>
      </p:sp>
      <p:grpSp>
        <p:nvGrpSpPr>
          <p:cNvPr id="14" name="Group 137">
            <a:extLst>
              <a:ext uri="{FF2B5EF4-FFF2-40B4-BE49-F238E27FC236}">
                <a16:creationId xmlns:a16="http://schemas.microsoft.com/office/drawing/2014/main" id="{288E08A4-C94C-C2A4-107B-C465B225F83C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2244724" y="349901"/>
            <a:ext cx="101323" cy="45719"/>
            <a:chOff x="595" y="211"/>
            <a:chExt cx="230" cy="245"/>
          </a:xfrm>
          <a:solidFill>
            <a:srgbClr val="0F7B2E"/>
          </a:solidFill>
        </p:grpSpPr>
        <p:sp>
          <p:nvSpPr>
            <p:cNvPr id="15" name="Rectangle 139">
              <a:extLst>
                <a:ext uri="{FF2B5EF4-FFF2-40B4-BE49-F238E27FC236}">
                  <a16:creationId xmlns:a16="http://schemas.microsoft.com/office/drawing/2014/main" id="{0E00F908-6E61-0212-557B-1692F08946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" y="211"/>
              <a:ext cx="230" cy="24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MX" sz="2800"/>
            </a:p>
          </p:txBody>
        </p:sp>
        <p:sp>
          <p:nvSpPr>
            <p:cNvPr id="16" name="Freeform 138">
              <a:extLst>
                <a:ext uri="{FF2B5EF4-FFF2-40B4-BE49-F238E27FC236}">
                  <a16:creationId xmlns:a16="http://schemas.microsoft.com/office/drawing/2014/main" id="{0446CF93-D8E7-AF60-47BD-905CF2FCB4E8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" y="214"/>
              <a:ext cx="230" cy="241"/>
            </a:xfrm>
            <a:custGeom>
              <a:avLst/>
              <a:gdLst>
                <a:gd name="T0" fmla="+- 0 825 595"/>
                <a:gd name="T1" fmla="*/ T0 w 230"/>
                <a:gd name="T2" fmla="+- 0 214 214"/>
                <a:gd name="T3" fmla="*/ 214 h 241"/>
                <a:gd name="T4" fmla="+- 0 595 595"/>
                <a:gd name="T5" fmla="*/ T4 w 230"/>
                <a:gd name="T6" fmla="+- 0 455 214"/>
                <a:gd name="T7" fmla="*/ 455 h 241"/>
                <a:gd name="T8" fmla="+- 0 825 595"/>
                <a:gd name="T9" fmla="*/ T8 w 230"/>
                <a:gd name="T10" fmla="+- 0 455 214"/>
                <a:gd name="T11" fmla="*/ 455 h 241"/>
                <a:gd name="T12" fmla="+- 0 825 595"/>
                <a:gd name="T13" fmla="*/ T12 w 230"/>
                <a:gd name="T14" fmla="+- 0 214 214"/>
                <a:gd name="T15" fmla="*/ 214 h 241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0" h="241">
                  <a:moveTo>
                    <a:pt x="230" y="0"/>
                  </a:moveTo>
                  <a:lnTo>
                    <a:pt x="0" y="241"/>
                  </a:lnTo>
                  <a:lnTo>
                    <a:pt x="230" y="241"/>
                  </a:lnTo>
                  <a:lnTo>
                    <a:pt x="23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MX" sz="2800"/>
            </a:p>
          </p:txBody>
        </p:sp>
      </p:grpSp>
      <p:sp>
        <p:nvSpPr>
          <p:cNvPr id="8" name="Rectangle 4">
            <a:extLst>
              <a:ext uri="{FF2B5EF4-FFF2-40B4-BE49-F238E27FC236}">
                <a16:creationId xmlns:a16="http://schemas.microsoft.com/office/drawing/2014/main" id="{B09AA4C0-8C79-28FF-015B-35E513DD4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4724" y="270787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457056" tIns="57132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sp>
        <p:nvSpPr>
          <p:cNvPr id="21" name="Rectangle 5">
            <a:extLst>
              <a:ext uri="{FF2B5EF4-FFF2-40B4-BE49-F238E27FC236}">
                <a16:creationId xmlns:a16="http://schemas.microsoft.com/office/drawing/2014/main" id="{64107CC8-E73A-237C-5A9C-C4F9937A7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7446" y="771685"/>
            <a:ext cx="9732911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MX" sz="3200" b="1" i="0" u="none" strike="noStrike" cap="none" normalizeH="0" baseline="0" dirty="0">
                <a:ln>
                  <a:noFill/>
                </a:ln>
                <a:solidFill>
                  <a:srgbClr val="D2212E"/>
                </a:solidFill>
                <a:effectLst/>
                <a:latin typeface="Abhaya Libre ExtraBold" panose="02000803000000000000" pitchFamily="2" charset="0"/>
                <a:ea typeface="Trebuchet MS" panose="020B0603020202020204" pitchFamily="34" charset="0"/>
                <a:cs typeface="Abhaya Libre ExtraBold" panose="02000803000000000000" pitchFamily="2" charset="0"/>
              </a:rPr>
              <a:t>Jueves, 04 de junio de 2026</a:t>
            </a:r>
            <a:endParaRPr kumimoji="0" lang="es-ES" altLang="es-MX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bhaya Libre ExtraBold" panose="02000803000000000000" pitchFamily="2" charset="0"/>
              <a:ea typeface="Trebuchet MS" panose="020B0603020202020204" pitchFamily="34" charset="0"/>
              <a:cs typeface="Abhaya Libre ExtraBold" panose="02000803000000000000" pitchFamily="2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ES" altLang="es-MX" sz="2400" b="1" i="0" u="none" strike="noStrike" cap="none" normalizeH="0" baseline="0" dirty="0">
                <a:ln>
                  <a:noFill/>
                </a:ln>
                <a:solidFill>
                  <a:srgbClr val="0E7C2F"/>
                </a:solidFill>
                <a:effectLst/>
                <a:latin typeface="Abhaya Libre ExtraBold" panose="02000803000000000000" pitchFamily="2" charset="0"/>
                <a:ea typeface="Roboto" panose="02000000000000000000" pitchFamily="2" charset="0"/>
                <a:cs typeface="Abhaya Libre ExtraBold" panose="02000803000000000000" pitchFamily="2" charset="0"/>
              </a:rPr>
              <a:t>VI Congreso Internacional Ciencia y Tecnología Morona Santiago</a:t>
            </a:r>
            <a:r>
              <a:rPr kumimoji="0" lang="es-ES" altLang="es-MX" b="1" i="0" u="none" strike="noStrike" cap="none" normalizeH="0" baseline="0" dirty="0">
                <a:ln>
                  <a:noFill/>
                </a:ln>
                <a:solidFill>
                  <a:srgbClr val="0E7C2F"/>
                </a:solidFill>
                <a:effectLst/>
                <a:latin typeface="Abhaya Libre ExtraBold" panose="02000803000000000000" pitchFamily="2" charset="0"/>
                <a:ea typeface="Roboto" panose="02000000000000000000" pitchFamily="2" charset="0"/>
                <a:cs typeface="Abhaya Libre ExtraBold" panose="02000803000000000000" pitchFamily="2" charset="0"/>
              </a:rPr>
              <a:t> </a:t>
            </a:r>
            <a:endParaRPr kumimoji="0" lang="es-MX" altLang="es-MX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bhaya Libre ExtraBold" panose="02000803000000000000" pitchFamily="2" charset="0"/>
              <a:cs typeface="Abhaya Libre ExtraBold" panose="02000803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MX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bhaya Libre ExtraBold" panose="02000803000000000000" pitchFamily="2" charset="0"/>
                <a:ea typeface="Roboto" panose="02000000000000000000" pitchFamily="2" charset="0"/>
                <a:cs typeface="Abhaya Libre ExtraBold" panose="02000803000000000000" pitchFamily="2" charset="0"/>
              </a:rPr>
              <a:t>Lugar:</a:t>
            </a:r>
            <a:r>
              <a:rPr kumimoji="0" lang="es-ES" altLang="es-MX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bhaya Libre ExtraBold" panose="02000803000000000000" pitchFamily="2" charset="0"/>
                <a:ea typeface="Roboto" panose="02000000000000000000" pitchFamily="2" charset="0"/>
                <a:cs typeface="Abhaya Libre ExtraBold" panose="02000803000000000000" pitchFamily="2" charset="0"/>
              </a:rPr>
              <a:t> </a:t>
            </a:r>
            <a:r>
              <a:rPr kumimoji="0" lang="es-CO" altLang="es-MX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bhaya Libre ExtraBold" panose="02000803000000000000" pitchFamily="2" charset="0"/>
                <a:ea typeface="Roboto" panose="02000000000000000000" pitchFamily="2" charset="0"/>
                <a:cs typeface="Abhaya Libre ExtraBold" panose="02000803000000000000" pitchFamily="2" charset="0"/>
              </a:rPr>
              <a:t>Salón Azul del GAD Provincial de Morona Santiago</a:t>
            </a:r>
            <a:endParaRPr kumimoji="0" lang="es-MX" altLang="es-MX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bhaya Libre ExtraBold" panose="02000803000000000000" pitchFamily="2" charset="0"/>
              <a:cs typeface="Abhaya Libre ExtraBold" panose="02000803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MX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bhaya Libre ExtraBold" panose="02000803000000000000" pitchFamily="2" charset="0"/>
                <a:ea typeface="Roboto" panose="02000000000000000000" pitchFamily="2" charset="0"/>
                <a:cs typeface="Abhaya Libre ExtraBold" panose="02000803000000000000" pitchFamily="2" charset="0"/>
              </a:rPr>
              <a:t>Horario:</a:t>
            </a:r>
            <a:r>
              <a:rPr kumimoji="0" lang="es-ES" altLang="es-MX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bhaya Libre ExtraBold" panose="02000803000000000000" pitchFamily="2" charset="0"/>
                <a:ea typeface="Roboto" panose="02000000000000000000" pitchFamily="2" charset="0"/>
                <a:cs typeface="Abhaya Libre ExtraBold" panose="02000803000000000000" pitchFamily="2" charset="0"/>
              </a:rPr>
              <a:t> </a:t>
            </a:r>
            <a:r>
              <a:rPr kumimoji="0" lang="es-CO" altLang="es-MX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bhaya Libre ExtraBold" panose="02000803000000000000" pitchFamily="2" charset="0"/>
                <a:ea typeface="Roboto" panose="02000000000000000000" pitchFamily="2" charset="0"/>
                <a:cs typeface="Abhaya Libre ExtraBold" panose="02000803000000000000" pitchFamily="2" charset="0"/>
              </a:rPr>
              <a:t>08h00 - 12h30 / 14h00 - 17h00</a:t>
            </a:r>
            <a:endParaRPr kumimoji="0" lang="es-MX" altLang="es-MX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bhaya Libre ExtraBold" panose="02000803000000000000" pitchFamily="2" charset="0"/>
              <a:cs typeface="Abhaya Libre ExtraBold" panose="02000803000000000000" pitchFamily="2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s-MX" sz="2400" b="1" i="0" u="none" strike="noStrike" cap="none" normalizeH="0" baseline="0" dirty="0">
                <a:ln>
                  <a:noFill/>
                </a:ln>
                <a:solidFill>
                  <a:srgbClr val="0E7C2F"/>
                </a:solidFill>
                <a:effectLst/>
                <a:latin typeface="Abhaya Libre ExtraBold" panose="02000803000000000000" pitchFamily="2" charset="0"/>
                <a:ea typeface="Roboto" panose="02000000000000000000" pitchFamily="2" charset="0"/>
                <a:cs typeface="Abhaya Libre ExtraBold" panose="02000803000000000000" pitchFamily="2" charset="0"/>
              </a:rPr>
              <a:t>Workshop: </a:t>
            </a:r>
            <a:r>
              <a:rPr lang="es-MX" altLang="es-MX" sz="2400" b="1" dirty="0">
                <a:solidFill>
                  <a:srgbClr val="0E7C2F"/>
                </a:solidFill>
                <a:latin typeface="Abhaya Libre ExtraBold" panose="02000803000000000000" pitchFamily="2" charset="0"/>
                <a:ea typeface="Roboto" panose="02000000000000000000" pitchFamily="2" charset="0"/>
                <a:cs typeface="Abhaya Libre ExtraBold" panose="02000803000000000000" pitchFamily="2" charset="0"/>
              </a:rPr>
              <a:t>C</a:t>
            </a:r>
            <a:r>
              <a:rPr kumimoji="0" lang="es-MX" altLang="es-MX" sz="2400" b="1" i="0" u="none" strike="noStrike" cap="none" normalizeH="0" baseline="0" dirty="0">
                <a:ln>
                  <a:noFill/>
                </a:ln>
                <a:solidFill>
                  <a:srgbClr val="0E7C2F"/>
                </a:solidFill>
                <a:effectLst/>
                <a:latin typeface="Abhaya Libre ExtraBold" panose="02000803000000000000" pitchFamily="2" charset="0"/>
                <a:ea typeface="Roboto" panose="02000000000000000000" pitchFamily="2" charset="0"/>
                <a:cs typeface="Abhaya Libre ExtraBold" panose="02000803000000000000" pitchFamily="2" charset="0"/>
              </a:rPr>
              <a:t>aracterísticas lineales en el Juzgamiento bovino de leche y carne</a:t>
            </a:r>
            <a:endParaRPr kumimoji="0" lang="es-MX" altLang="es-MX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bhaya Libre ExtraBold" panose="02000803000000000000" pitchFamily="2" charset="0"/>
              <a:cs typeface="Abhaya Libre ExtraBold" panose="02000803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MX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bhaya Libre ExtraBold" panose="02000803000000000000" pitchFamily="2" charset="0"/>
                <a:ea typeface="Roboto" panose="02000000000000000000" pitchFamily="2" charset="0"/>
                <a:cs typeface="Abhaya Libre ExtraBold" panose="02000803000000000000" pitchFamily="2" charset="0"/>
              </a:rPr>
              <a:t>Facilitador:</a:t>
            </a:r>
            <a:r>
              <a:rPr kumimoji="0" lang="es-ES" altLang="es-MX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bhaya Libre ExtraBold" panose="02000803000000000000" pitchFamily="2" charset="0"/>
                <a:ea typeface="Roboto" panose="02000000000000000000" pitchFamily="2" charset="0"/>
                <a:cs typeface="Abhaya Libre ExtraBold" panose="02000803000000000000" pitchFamily="2" charset="0"/>
              </a:rPr>
              <a:t> Ing. Fabian Almeida López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MX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bhaya Libre ExtraBold" panose="02000803000000000000" pitchFamily="2" charset="0"/>
                <a:ea typeface="Roboto" panose="02000000000000000000" pitchFamily="2" charset="0"/>
                <a:cs typeface="Abhaya Libre ExtraBold" panose="02000803000000000000" pitchFamily="2" charset="0"/>
              </a:rPr>
              <a:t>Lugar:</a:t>
            </a:r>
            <a:r>
              <a:rPr kumimoji="0" lang="es-ES" altLang="es-MX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bhaya Libre ExtraBold" panose="02000803000000000000" pitchFamily="2" charset="0"/>
                <a:ea typeface="Roboto" panose="02000000000000000000" pitchFamily="2" charset="0"/>
                <a:cs typeface="Abhaya Libre ExtraBold" panose="02000803000000000000" pitchFamily="2" charset="0"/>
              </a:rPr>
              <a:t> Laboratorio de informática de la Sede Morona Santiago</a:t>
            </a:r>
            <a:endParaRPr kumimoji="0" lang="es-MX" altLang="es-MX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bhaya Libre ExtraBold" panose="02000803000000000000" pitchFamily="2" charset="0"/>
              <a:cs typeface="Abhaya Libre ExtraBold" panose="02000803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MX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bhaya Libre ExtraBold" panose="02000803000000000000" pitchFamily="2" charset="0"/>
                <a:ea typeface="Roboto" panose="02000000000000000000" pitchFamily="2" charset="0"/>
                <a:cs typeface="Abhaya Libre ExtraBold" panose="02000803000000000000" pitchFamily="2" charset="0"/>
              </a:rPr>
              <a:t>Horario:</a:t>
            </a:r>
            <a:r>
              <a:rPr kumimoji="0" lang="es-ES" altLang="es-MX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bhaya Libre ExtraBold" panose="02000803000000000000" pitchFamily="2" charset="0"/>
                <a:ea typeface="Roboto" panose="02000000000000000000" pitchFamily="2" charset="0"/>
                <a:cs typeface="Abhaya Libre ExtraBold" panose="02000803000000000000" pitchFamily="2" charset="0"/>
              </a:rPr>
              <a:t> </a:t>
            </a:r>
            <a:r>
              <a:rPr kumimoji="0" lang="es-CO" altLang="es-MX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bhaya Libre ExtraBold" panose="02000803000000000000" pitchFamily="2" charset="0"/>
                <a:ea typeface="Roboto" panose="02000000000000000000" pitchFamily="2" charset="0"/>
                <a:cs typeface="Abhaya Libre ExtraBold" panose="02000803000000000000" pitchFamily="2" charset="0"/>
              </a:rPr>
              <a:t>10h00 - 12h00</a:t>
            </a:r>
            <a:endParaRPr kumimoji="0" lang="es-MX" altLang="es-MX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bhaya Libre ExtraBold" panose="02000803000000000000" pitchFamily="2" charset="0"/>
              <a:cs typeface="Abhaya Libre ExtraBold" panose="02000803000000000000" pitchFamily="2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ES" altLang="es-MX" sz="2400" b="1" i="0" u="none" strike="noStrike" cap="none" normalizeH="0" baseline="0" dirty="0">
                <a:ln>
                  <a:noFill/>
                </a:ln>
                <a:solidFill>
                  <a:srgbClr val="0E7C2F"/>
                </a:solidFill>
                <a:effectLst/>
                <a:latin typeface="Abhaya Libre ExtraBold" panose="02000803000000000000" pitchFamily="2" charset="0"/>
                <a:ea typeface="Roboto" panose="02000000000000000000" pitchFamily="2" charset="0"/>
                <a:cs typeface="Abhaya Libre ExtraBold" panose="02000803000000000000" pitchFamily="2" charset="0"/>
              </a:rPr>
              <a:t>Clausura VI Congreso Internacional Ciencia y Tecnología Morona Santiago </a:t>
            </a:r>
            <a:endParaRPr kumimoji="0" lang="es-MX" altLang="es-MX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bhaya Libre ExtraBold" panose="02000803000000000000" pitchFamily="2" charset="0"/>
              <a:cs typeface="Abhaya Libre ExtraBold" panose="02000803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MX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bhaya Libre ExtraBold" panose="02000803000000000000" pitchFamily="2" charset="0"/>
                <a:ea typeface="Roboto" panose="02000000000000000000" pitchFamily="2" charset="0"/>
                <a:cs typeface="Abhaya Libre ExtraBold" panose="02000803000000000000" pitchFamily="2" charset="0"/>
              </a:rPr>
              <a:t>Lugar: </a:t>
            </a:r>
            <a:r>
              <a:rPr kumimoji="0" lang="es-CO" altLang="es-MX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bhaya Libre ExtraBold" panose="02000803000000000000" pitchFamily="2" charset="0"/>
                <a:ea typeface="Roboto" panose="02000000000000000000" pitchFamily="2" charset="0"/>
                <a:cs typeface="Abhaya Libre ExtraBold" panose="02000803000000000000" pitchFamily="2" charset="0"/>
              </a:rPr>
              <a:t>Salón Azul del GAD Provincial de Morona Santiago</a:t>
            </a:r>
            <a:endParaRPr kumimoji="0" lang="es-MX" altLang="es-MX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bhaya Libre ExtraBold" panose="02000803000000000000" pitchFamily="2" charset="0"/>
              <a:cs typeface="Abhaya Libre ExtraBold" panose="02000803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MX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bhaya Libre ExtraBold" panose="02000803000000000000" pitchFamily="2" charset="0"/>
                <a:ea typeface="Roboto" panose="02000000000000000000" pitchFamily="2" charset="0"/>
                <a:cs typeface="Abhaya Libre ExtraBold" panose="02000803000000000000" pitchFamily="2" charset="0"/>
              </a:rPr>
              <a:t>Horario:</a:t>
            </a:r>
            <a:r>
              <a:rPr kumimoji="0" lang="es-ES" altLang="es-MX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bhaya Libre ExtraBold" panose="02000803000000000000" pitchFamily="2" charset="0"/>
                <a:ea typeface="Roboto" panose="02000000000000000000" pitchFamily="2" charset="0"/>
                <a:cs typeface="Abhaya Libre ExtraBold" panose="02000803000000000000" pitchFamily="2" charset="0"/>
              </a:rPr>
              <a:t> </a:t>
            </a:r>
            <a:r>
              <a:rPr kumimoji="0" lang="es-CO" altLang="es-MX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bhaya Libre ExtraBold" panose="02000803000000000000" pitchFamily="2" charset="0"/>
                <a:ea typeface="Roboto" panose="02000000000000000000" pitchFamily="2" charset="0"/>
                <a:cs typeface="Abhaya Libre ExtraBold" panose="02000803000000000000" pitchFamily="2" charset="0"/>
              </a:rPr>
              <a:t>17h00 - 17h30</a:t>
            </a:r>
            <a:endParaRPr kumimoji="0" lang="es-MX" altLang="es-MX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bhaya Libre ExtraBold" panose="02000803000000000000" pitchFamily="2" charset="0"/>
              <a:cs typeface="Abhaya Libre ExtraBold" panose="02000803000000000000" pitchFamily="2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MX" sz="2400" b="1" i="0" u="none" strike="noStrike" cap="none" normalizeH="0" baseline="0" dirty="0">
                <a:ln>
                  <a:noFill/>
                </a:ln>
                <a:solidFill>
                  <a:srgbClr val="0E7C2F"/>
                </a:solidFill>
                <a:effectLst/>
                <a:latin typeface="Abhaya Libre ExtraBold" panose="02000803000000000000" pitchFamily="2" charset="0"/>
                <a:ea typeface="Roboto" panose="02000000000000000000" pitchFamily="2" charset="0"/>
                <a:cs typeface="Abhaya Libre ExtraBold" panose="02000803000000000000" pitchFamily="2" charset="0"/>
              </a:rPr>
              <a:t>Noche Cultural</a:t>
            </a:r>
            <a:endParaRPr kumimoji="0" lang="es-MX" altLang="es-MX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bhaya Libre ExtraBold" panose="02000803000000000000" pitchFamily="2" charset="0"/>
              <a:cs typeface="Abhaya Libre ExtraBold" panose="02000803000000000000" pitchFamily="2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MX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bhaya Libre ExtraBold" panose="02000803000000000000" pitchFamily="2" charset="0"/>
                <a:ea typeface="Roboto" panose="02000000000000000000" pitchFamily="2" charset="0"/>
                <a:cs typeface="Abhaya Libre ExtraBold" panose="02000803000000000000" pitchFamily="2" charset="0"/>
              </a:rPr>
              <a:t>Lugar: </a:t>
            </a:r>
            <a:r>
              <a:rPr kumimoji="0" lang="es-CO" altLang="es-MX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bhaya Libre ExtraBold" panose="02000803000000000000" pitchFamily="2" charset="0"/>
                <a:ea typeface="Roboto" panose="02000000000000000000" pitchFamily="2" charset="0"/>
                <a:cs typeface="Abhaya Libre ExtraBold" panose="02000803000000000000" pitchFamily="2" charset="0"/>
              </a:rPr>
              <a:t>Salón Azul del GAD Provincial de Morona Santiago</a:t>
            </a:r>
            <a:endParaRPr kumimoji="0" lang="es-MX" altLang="es-MX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bhaya Libre ExtraBold" panose="02000803000000000000" pitchFamily="2" charset="0"/>
              <a:cs typeface="Abhaya Libre ExtraBold" panose="02000803000000000000" pitchFamily="2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MX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bhaya Libre ExtraBold" panose="02000803000000000000" pitchFamily="2" charset="0"/>
                <a:ea typeface="Roboto" panose="02000000000000000000" pitchFamily="2" charset="0"/>
                <a:cs typeface="Abhaya Libre ExtraBold" panose="02000803000000000000" pitchFamily="2" charset="0"/>
              </a:rPr>
              <a:t>Horario:</a:t>
            </a:r>
            <a:r>
              <a:rPr kumimoji="0" lang="es-ES" altLang="es-MX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bhaya Libre ExtraBold" panose="02000803000000000000" pitchFamily="2" charset="0"/>
                <a:ea typeface="Roboto" panose="02000000000000000000" pitchFamily="2" charset="0"/>
                <a:cs typeface="Abhaya Libre ExtraBold" panose="02000803000000000000" pitchFamily="2" charset="0"/>
              </a:rPr>
              <a:t> </a:t>
            </a:r>
            <a:r>
              <a:rPr kumimoji="0" lang="es-CO" altLang="es-MX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bhaya Libre ExtraBold" panose="02000803000000000000" pitchFamily="2" charset="0"/>
                <a:ea typeface="Roboto" panose="02000000000000000000" pitchFamily="2" charset="0"/>
                <a:cs typeface="Abhaya Libre ExtraBold" panose="02000803000000000000" pitchFamily="2" charset="0"/>
              </a:rPr>
              <a:t>17h30 -18h00</a:t>
            </a:r>
            <a:endParaRPr kumimoji="0" lang="es-CO" altLang="es-MX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bhaya Libre ExtraBold" panose="02000803000000000000" pitchFamily="2" charset="0"/>
              <a:cs typeface="Abhaya Libre ExtraBold" panose="02000803000000000000" pitchFamily="2" charset="0"/>
            </a:endParaRP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BBC5C127-0481-4785-80AA-6647AE179CB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03" y="4573607"/>
            <a:ext cx="1375480" cy="382033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B29AF74A-EDFE-4D57-9510-C43F94FA129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054" y="2066078"/>
            <a:ext cx="1115825" cy="1115825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AEBCAFB1-10CF-482E-ACA9-94C556705777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55" y="3109313"/>
            <a:ext cx="1233337" cy="1233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145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8D24370B-93E5-0DF8-F0FF-6F8320327218}"/>
              </a:ext>
            </a:extLst>
          </p:cNvPr>
          <p:cNvGrpSpPr/>
          <p:nvPr/>
        </p:nvGrpSpPr>
        <p:grpSpPr>
          <a:xfrm>
            <a:off x="1" y="-363160"/>
            <a:ext cx="12191999" cy="7221160"/>
            <a:chOff x="1" y="-363160"/>
            <a:chExt cx="12192000" cy="7221160"/>
          </a:xfrm>
        </p:grpSpPr>
        <p:sp>
          <p:nvSpPr>
            <p:cNvPr id="4" name="Freeform 2">
              <a:extLst>
                <a:ext uri="{FF2B5EF4-FFF2-40B4-BE49-F238E27FC236}">
                  <a16:creationId xmlns:a16="http://schemas.microsoft.com/office/drawing/2014/main" id="{A5D8093C-ED46-6A95-A477-A716D308AD3E}"/>
                </a:ext>
              </a:extLst>
            </p:cNvPr>
            <p:cNvSpPr/>
            <p:nvPr/>
          </p:nvSpPr>
          <p:spPr>
            <a:xfrm>
              <a:off x="1" y="-20401"/>
              <a:ext cx="12192000" cy="6878401"/>
            </a:xfrm>
            <a:custGeom>
              <a:avLst/>
              <a:gdLst/>
              <a:ahLst/>
              <a:cxnLst/>
              <a:rect l="l" t="t" r="r" b="b"/>
              <a:pathLst>
                <a:path w="18278283" h="10287000">
                  <a:moveTo>
                    <a:pt x="0" y="0"/>
                  </a:moveTo>
                  <a:lnTo>
                    <a:pt x="18278283" y="0"/>
                  </a:lnTo>
                  <a:lnTo>
                    <a:pt x="18278283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505330C7-C9EC-4A32-21CC-EBCF6E0AB627}"/>
                </a:ext>
              </a:extLst>
            </p:cNvPr>
            <p:cNvSpPr/>
            <p:nvPr/>
          </p:nvSpPr>
          <p:spPr>
            <a:xfrm>
              <a:off x="5005954" y="27313"/>
              <a:ext cx="3439805" cy="1242059"/>
            </a:xfrm>
            <a:custGeom>
              <a:avLst/>
              <a:gdLst/>
              <a:ahLst/>
              <a:cxnLst/>
              <a:rect l="l" t="t" r="r" b="b"/>
              <a:pathLst>
                <a:path w="4289488" h="1584728">
                  <a:moveTo>
                    <a:pt x="0" y="0"/>
                  </a:moveTo>
                  <a:lnTo>
                    <a:pt x="4289488" y="0"/>
                  </a:lnTo>
                  <a:lnTo>
                    <a:pt x="4289488" y="1584728"/>
                  </a:lnTo>
                  <a:lnTo>
                    <a:pt x="0" y="15847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6" name="Freeform 4">
              <a:extLst>
                <a:ext uri="{FF2B5EF4-FFF2-40B4-BE49-F238E27FC236}">
                  <a16:creationId xmlns:a16="http://schemas.microsoft.com/office/drawing/2014/main" id="{DA108720-0004-26EE-C44B-9E4A2438345F}"/>
                </a:ext>
              </a:extLst>
            </p:cNvPr>
            <p:cNvSpPr/>
            <p:nvPr/>
          </p:nvSpPr>
          <p:spPr>
            <a:xfrm>
              <a:off x="1322562" y="-363160"/>
              <a:ext cx="1495961" cy="1654780"/>
            </a:xfrm>
            <a:custGeom>
              <a:avLst/>
              <a:gdLst/>
              <a:ahLst/>
              <a:cxnLst/>
              <a:rect l="l" t="t" r="r" b="b"/>
              <a:pathLst>
                <a:path w="1820380" h="2220580">
                  <a:moveTo>
                    <a:pt x="0" y="0"/>
                  </a:moveTo>
                  <a:lnTo>
                    <a:pt x="1820379" y="0"/>
                  </a:lnTo>
                  <a:lnTo>
                    <a:pt x="1820379" y="2220580"/>
                  </a:lnTo>
                  <a:lnTo>
                    <a:pt x="0" y="2220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16A0E818-03DE-DB9A-8240-CFFADBC89B7B}"/>
                </a:ext>
              </a:extLst>
            </p:cNvPr>
            <p:cNvSpPr/>
            <p:nvPr/>
          </p:nvSpPr>
          <p:spPr>
            <a:xfrm>
              <a:off x="8696705" y="-122430"/>
              <a:ext cx="2172734" cy="1334618"/>
            </a:xfrm>
            <a:custGeom>
              <a:avLst/>
              <a:gdLst/>
              <a:ahLst/>
              <a:cxnLst/>
              <a:rect l="l" t="t" r="r" b="b"/>
              <a:pathLst>
                <a:path w="2933169" h="1772620">
                  <a:moveTo>
                    <a:pt x="0" y="0"/>
                  </a:moveTo>
                  <a:lnTo>
                    <a:pt x="2933169" y="0"/>
                  </a:lnTo>
                  <a:lnTo>
                    <a:pt x="2933169" y="1772620"/>
                  </a:lnTo>
                  <a:lnTo>
                    <a:pt x="0" y="17726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2FDB2FED-D08D-208F-B0E2-93008F1D8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1964" y="708114"/>
            <a:ext cx="7599197" cy="2368300"/>
          </a:xfrm>
        </p:spPr>
        <p:txBody>
          <a:bodyPr/>
          <a:lstStyle/>
          <a:p>
            <a:pPr algn="ctr"/>
            <a:r>
              <a:rPr lang="es-ES" b="1" dirty="0">
                <a:solidFill>
                  <a:schemeClr val="bg1"/>
                </a:solidFill>
              </a:rPr>
              <a:t>INNOVA AMAZONIA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E214A94-B7ED-2D32-722F-F7199F6177E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59"/>
          <a:stretch>
            <a:fillRect/>
          </a:stretch>
        </p:blipFill>
        <p:spPr>
          <a:xfrm>
            <a:off x="0" y="-47714"/>
            <a:ext cx="5015625" cy="6878401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B48B0615-D81C-0320-1C10-19B2C90F6AE0}"/>
              </a:ext>
            </a:extLst>
          </p:cNvPr>
          <p:cNvSpPr txBox="1">
            <a:spLocks/>
          </p:cNvSpPr>
          <p:nvPr/>
        </p:nvSpPr>
        <p:spPr>
          <a:xfrm>
            <a:off x="5141098" y="3174748"/>
            <a:ext cx="6865681" cy="1438401"/>
          </a:xfrm>
          <a:prstGeom prst="rect">
            <a:avLst/>
          </a:prstGeom>
          <a:solidFill>
            <a:srgbClr val="0E3608"/>
          </a:solidFill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900" b="0" kern="1200" spc="-11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5000" b="1" dirty="0"/>
              <a:t>CONCURSO DE EMPRENDIMIENTOS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8743A9A3-CEE9-D276-CF8A-895DABEC3673}"/>
              </a:ext>
            </a:extLst>
          </p:cNvPr>
          <p:cNvSpPr txBox="1">
            <a:spLocks/>
          </p:cNvSpPr>
          <p:nvPr/>
        </p:nvSpPr>
        <p:spPr>
          <a:xfrm>
            <a:off x="5141098" y="4939619"/>
            <a:ext cx="6865681" cy="530637"/>
          </a:xfrm>
          <a:prstGeom prst="rect">
            <a:avLst/>
          </a:prstGeom>
          <a:solidFill>
            <a:srgbClr val="0E3608"/>
          </a:solidFill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900" b="0" kern="1200" spc="-11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3600" b="1" dirty="0"/>
              <a:t>5 JUNIO 2026</a:t>
            </a:r>
          </a:p>
        </p:txBody>
      </p:sp>
    </p:spTree>
    <p:extLst>
      <p:ext uri="{BB962C8B-B14F-4D97-AF65-F5344CB8AC3E}">
        <p14:creationId xmlns:p14="http://schemas.microsoft.com/office/powerpoint/2010/main" val="307194272"/>
      </p:ext>
    </p:extLst>
  </p:cSld>
  <p:clrMapOvr>
    <a:masterClrMapping/>
  </p:clrMapOvr>
</p:sld>
</file>

<file path=ppt/theme/theme1.xml><?xml version="1.0" encoding="utf-8"?>
<a:theme xmlns:a="http://schemas.openxmlformats.org/drawingml/2006/main" name="Quemado de película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_win32_Liz_v4" id="{15E0A01B-C0A0-4E33-97EB-A34D3C451DCF}" vid="{FB8E1E66-9252-4554-A1C4-ACC82554D81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1456</TotalTime>
  <Words>319</Words>
  <Application>Microsoft Office PowerPoint</Application>
  <PresentationFormat>Panorámica</PresentationFormat>
  <Paragraphs>53</Paragraphs>
  <Slides>5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Abhaya Libre ExtraBold</vt:lpstr>
      <vt:lpstr>Arial</vt:lpstr>
      <vt:lpstr>Calibri</vt:lpstr>
      <vt:lpstr>Neue Haas Grotesk Text Pro</vt:lpstr>
      <vt:lpstr>Quemado de película</vt:lpstr>
      <vt:lpstr>Presentación de PowerPoint</vt:lpstr>
      <vt:lpstr>Presentación de PowerPoint</vt:lpstr>
      <vt:lpstr>Presentación de PowerPoint</vt:lpstr>
      <vt:lpstr>Presentación de PowerPoint</vt:lpstr>
      <vt:lpstr>INNOVA AMAZONIA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juanpablo.haro@espoch.edu.ec</dc:creator>
  <cp:lastModifiedBy>CARLA VIVIANA HARO VELASTEGUI</cp:lastModifiedBy>
  <cp:revision>21</cp:revision>
  <dcterms:modified xsi:type="dcterms:W3CDTF">2026-05-23T03:22:44Z</dcterms:modified>
</cp:coreProperties>
</file>